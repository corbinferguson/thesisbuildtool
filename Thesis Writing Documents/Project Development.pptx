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7FF64E2C_E0829901.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Lst>
  <p:notesMasterIdLst>
    <p:notesMasterId r:id="rId30"/>
  </p:notesMasterIdLst>
  <p:handoutMasterIdLst>
    <p:handoutMasterId r:id="rId31"/>
  </p:handoutMasterIdLst>
  <p:sldIdLst>
    <p:sldId id="256" r:id="rId6"/>
    <p:sldId id="2146848302" r:id="rId7"/>
    <p:sldId id="257" r:id="rId8"/>
    <p:sldId id="2146848305" r:id="rId9"/>
    <p:sldId id="2146848304" r:id="rId10"/>
    <p:sldId id="2146848333" r:id="rId11"/>
    <p:sldId id="2146848335" r:id="rId12"/>
    <p:sldId id="2146848336" r:id="rId13"/>
    <p:sldId id="2146848334" r:id="rId14"/>
    <p:sldId id="2146848319" r:id="rId15"/>
    <p:sldId id="2146848322" r:id="rId16"/>
    <p:sldId id="2146848318" r:id="rId17"/>
    <p:sldId id="2146848323" r:id="rId18"/>
    <p:sldId id="2146848324" r:id="rId19"/>
    <p:sldId id="2146848329" r:id="rId20"/>
    <p:sldId id="2146848325" r:id="rId21"/>
    <p:sldId id="2146848328" r:id="rId22"/>
    <p:sldId id="2146848310" r:id="rId23"/>
    <p:sldId id="2146848300" r:id="rId24"/>
    <p:sldId id="2146848311" r:id="rId25"/>
    <p:sldId id="2146848312" r:id="rId26"/>
    <p:sldId id="2146848314" r:id="rId27"/>
    <p:sldId id="2146848313" r:id="rId28"/>
    <p:sldId id="2146848315" r:id="rId29"/>
  </p:sldIdLst>
  <p:sldSz cx="12192000" cy="6858000"/>
  <p:notesSz cx="6800850" cy="9926638"/>
  <p:custDataLst>
    <p:tags r:id="rId32"/>
  </p:custDataLst>
  <p:defaultTextStyle>
    <a:defPPr>
      <a:defRPr lang="de-DE"/>
    </a:defPPr>
    <a:lvl1pPr algn="l" rtl="0" fontAlgn="base">
      <a:spcBef>
        <a:spcPct val="0"/>
      </a:spcBef>
      <a:spcAft>
        <a:spcPct val="0"/>
      </a:spcAft>
      <a:defRPr kern="1200">
        <a:solidFill>
          <a:schemeClr val="tx1"/>
        </a:solidFill>
        <a:latin typeface="E+H Serif" pitchFamily="2" charset="0"/>
        <a:ea typeface="+mn-ea"/>
        <a:cs typeface="+mn-cs"/>
      </a:defRPr>
    </a:lvl1pPr>
    <a:lvl2pPr marL="457200" algn="l" rtl="0" fontAlgn="base">
      <a:spcBef>
        <a:spcPct val="0"/>
      </a:spcBef>
      <a:spcAft>
        <a:spcPct val="0"/>
      </a:spcAft>
      <a:defRPr kern="1200">
        <a:solidFill>
          <a:schemeClr val="tx1"/>
        </a:solidFill>
        <a:latin typeface="E+H Serif" pitchFamily="2" charset="0"/>
        <a:ea typeface="+mn-ea"/>
        <a:cs typeface="+mn-cs"/>
      </a:defRPr>
    </a:lvl2pPr>
    <a:lvl3pPr marL="914400" algn="l" rtl="0" fontAlgn="base">
      <a:spcBef>
        <a:spcPct val="0"/>
      </a:spcBef>
      <a:spcAft>
        <a:spcPct val="0"/>
      </a:spcAft>
      <a:defRPr kern="1200">
        <a:solidFill>
          <a:schemeClr val="tx1"/>
        </a:solidFill>
        <a:latin typeface="E+H Serif" pitchFamily="2" charset="0"/>
        <a:ea typeface="+mn-ea"/>
        <a:cs typeface="+mn-cs"/>
      </a:defRPr>
    </a:lvl3pPr>
    <a:lvl4pPr marL="1371600" algn="l" rtl="0" fontAlgn="base">
      <a:spcBef>
        <a:spcPct val="0"/>
      </a:spcBef>
      <a:spcAft>
        <a:spcPct val="0"/>
      </a:spcAft>
      <a:defRPr kern="1200">
        <a:solidFill>
          <a:schemeClr val="tx1"/>
        </a:solidFill>
        <a:latin typeface="E+H Serif" pitchFamily="2" charset="0"/>
        <a:ea typeface="+mn-ea"/>
        <a:cs typeface="+mn-cs"/>
      </a:defRPr>
    </a:lvl4pPr>
    <a:lvl5pPr marL="1828800" algn="l" rtl="0" fontAlgn="base">
      <a:spcBef>
        <a:spcPct val="0"/>
      </a:spcBef>
      <a:spcAft>
        <a:spcPct val="0"/>
      </a:spcAft>
      <a:defRPr kern="1200">
        <a:solidFill>
          <a:schemeClr val="tx1"/>
        </a:solidFill>
        <a:latin typeface="E+H Serif" pitchFamily="2" charset="0"/>
        <a:ea typeface="+mn-ea"/>
        <a:cs typeface="+mn-cs"/>
      </a:defRPr>
    </a:lvl5pPr>
    <a:lvl6pPr marL="2286000" algn="l" defTabSz="914400" rtl="0" eaLnBrk="1" latinLnBrk="0" hangingPunct="1">
      <a:defRPr kern="1200">
        <a:solidFill>
          <a:schemeClr val="tx1"/>
        </a:solidFill>
        <a:latin typeface="E+H Serif" pitchFamily="2" charset="0"/>
        <a:ea typeface="+mn-ea"/>
        <a:cs typeface="+mn-cs"/>
      </a:defRPr>
    </a:lvl6pPr>
    <a:lvl7pPr marL="2743200" algn="l" defTabSz="914400" rtl="0" eaLnBrk="1" latinLnBrk="0" hangingPunct="1">
      <a:defRPr kern="1200">
        <a:solidFill>
          <a:schemeClr val="tx1"/>
        </a:solidFill>
        <a:latin typeface="E+H Serif" pitchFamily="2" charset="0"/>
        <a:ea typeface="+mn-ea"/>
        <a:cs typeface="+mn-cs"/>
      </a:defRPr>
    </a:lvl7pPr>
    <a:lvl8pPr marL="3200400" algn="l" defTabSz="914400" rtl="0" eaLnBrk="1" latinLnBrk="0" hangingPunct="1">
      <a:defRPr kern="1200">
        <a:solidFill>
          <a:schemeClr val="tx1"/>
        </a:solidFill>
        <a:latin typeface="E+H Serif" pitchFamily="2" charset="0"/>
        <a:ea typeface="+mn-ea"/>
        <a:cs typeface="+mn-cs"/>
      </a:defRPr>
    </a:lvl8pPr>
    <a:lvl9pPr marL="3657600" algn="l" defTabSz="914400" rtl="0" eaLnBrk="1" latinLnBrk="0" hangingPunct="1">
      <a:defRPr kern="1200">
        <a:solidFill>
          <a:schemeClr val="tx1"/>
        </a:solidFill>
        <a:latin typeface="E+H Serif" pitchFamily="2" charset="0"/>
        <a:ea typeface="+mn-ea"/>
        <a:cs typeface="+mn-cs"/>
      </a:defRPr>
    </a:lvl9pPr>
  </p:defaultTextStyle>
  <p:extLst>
    <p:ext uri="{EFAFB233-063F-42B5-8137-9DF3F51BA10A}">
      <p15:sldGuideLst xmlns:p15="http://schemas.microsoft.com/office/powerpoint/2012/main">
        <p15:guide id="1" orient="horz" pos="731" userDrawn="1">
          <p15:clr>
            <a:srgbClr val="A4A3A4"/>
          </p15:clr>
        </p15:guide>
        <p15:guide id="2" orient="horz" pos="3838">
          <p15:clr>
            <a:srgbClr val="A4A3A4"/>
          </p15:clr>
        </p15:guide>
        <p15:guide id="3" pos="7469" userDrawn="1">
          <p15:clr>
            <a:srgbClr val="A4A3A4"/>
          </p15:clr>
        </p15:guide>
        <p15:guide id="5" pos="6306" userDrawn="1">
          <p15:clr>
            <a:srgbClr val="A4A3A4"/>
          </p15:clr>
        </p15:guide>
      </p15:sldGuideLst>
    </p:ext>
    <p:ext uri="{2D200454-40CA-4A62-9FC3-DE9A4176ACB9}">
      <p15:notesGuideLst xmlns:p15="http://schemas.microsoft.com/office/powerpoint/2012/main">
        <p15:guide id="1" orient="horz" pos="3126">
          <p15:clr>
            <a:srgbClr val="A4A3A4"/>
          </p15:clr>
        </p15:guide>
        <p15:guide id="2" pos="2142">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5CB79AA-8EBF-1E57-EC02-8B657B2EB377}" name="Corbin Ferguson" initials="CF" userId="S::corbin.ferguson@endress.com::34a864e2-e65e-4cb2-823c-dc28f73f0e40" providerId="AD"/>
</p188: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CAA"/>
    <a:srgbClr val="000000"/>
    <a:srgbClr val="E6ECF0"/>
    <a:srgbClr val="FFFFFF"/>
    <a:srgbClr val="C3CED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0E03B4B-CC56-43F1-8F18-BCA697229170}" v="644" dt="2026-04-01T00:13:40.379"/>
  </p1510:revLst>
</p1510:revInfo>
</file>

<file path=ppt/tableStyles.xml><?xml version="1.0" encoding="utf-8"?>
<a:tblStyleLst xmlns:a="http://schemas.openxmlformats.org/drawingml/2006/main" def="{DB7B71D2-CA9A-4C58-AE14-4B1EE718D6E4}">
  <a:tblStyle styleId="{DB7B71D2-CA9A-4C58-AE14-4B1EE718D6E4}" styleName="E+H">
    <a:tblBg>
      <a:effect>
        <a:effectLst/>
      </a:effect>
    </a:tblBg>
    <a:wholeTbl>
      <a:tcTxStyle b="off" i="off">
        <a:fontRef idx="minor"/>
        <a:schemeClr val="dk1"/>
      </a:tcTxStyle>
      <a:tcStyle>
        <a:tcBdr>
          <a:left>
            <a:ln w="12700">
              <a:solidFill>
                <a:schemeClr val="lt1"/>
              </a:solidFill>
              <a:prstDash val="solid"/>
            </a:ln>
          </a:left>
          <a:right>
            <a:ln w="12700">
              <a:solidFill>
                <a:schemeClr val="lt1"/>
              </a:solidFill>
              <a:prstDash val="solid"/>
            </a:ln>
          </a:right>
          <a:top>
            <a:ln w="12700">
              <a:solidFill>
                <a:schemeClr val="lt1"/>
              </a:solidFill>
              <a:prstDash val="solid"/>
            </a:ln>
          </a:top>
          <a:bottom>
            <a:ln w="12700">
              <a:solidFill>
                <a:schemeClr val="lt1"/>
              </a:solidFill>
              <a:prstDash val="solid"/>
            </a:ln>
          </a:bottom>
          <a:insideH>
            <a:ln w="12700">
              <a:solidFill>
                <a:schemeClr val="lt1"/>
              </a:solidFill>
              <a:prstDash val="solid"/>
            </a:ln>
          </a:insideH>
          <a:insideV>
            <a:ln w="12700">
              <a:solidFill>
                <a:schemeClr val="lt1"/>
              </a:solidFill>
              <a:prstDash val="solid"/>
            </a:ln>
          </a:insideV>
          <a:tl2br>
            <a:ln>
              <a:noFill/>
            </a:ln>
          </a:tl2br>
          <a:tr2bl>
            <a:ln>
              <a:noFill/>
            </a:ln>
          </a:tr2bl>
        </a:tcBdr>
        <a:fill>
          <a:noFill/>
        </a:fill>
      </a:tcStyle>
    </a:wholeTbl>
    <a:band1H>
      <a:tcTxStyle b="off" i="off">
        <a:fontRef idx="minor"/>
        <a:schemeClr val="dk1"/>
      </a:tcTxStyle>
      <a:tcStyle>
        <a:tcBdr/>
        <a:fill>
          <a:solidFill>
            <a:srgbClr val="E6ECF0"/>
          </a:solidFill>
        </a:fill>
      </a:tcStyle>
    </a:band1H>
    <a:band2H>
      <a:tcTxStyle b="off" i="off">
        <a:fontRef idx="minor"/>
        <a:schemeClr val="dk1"/>
      </a:tcTxStyle>
      <a:tcStyle>
        <a:tcBdr/>
        <a:fill>
          <a:solidFill>
            <a:srgbClr val="C3CED5"/>
          </a:solidFill>
        </a:fill>
      </a:tcStyle>
    </a:band2H>
    <a:band1V>
      <a:tcTxStyle b="off" i="off">
        <a:fontRef idx="minor"/>
        <a:schemeClr val="dk1"/>
      </a:tcTxStyle>
      <a:tcStyle>
        <a:tcBdr/>
        <a:fill>
          <a:solidFill>
            <a:srgbClr val="E6ECF0"/>
          </a:solidFill>
        </a:fill>
      </a:tcStyle>
    </a:band1V>
    <a:band2V>
      <a:tcTxStyle b="off" i="off">
        <a:fontRef idx="minor"/>
        <a:schemeClr val="dk1"/>
      </a:tcTxStyle>
      <a:tcStyle>
        <a:tcBdr/>
        <a:fill>
          <a:solidFill>
            <a:srgbClr val="C3CED5"/>
          </a:solidFill>
        </a:fill>
      </a:tcStyle>
    </a:band2V>
    <a:lastCol>
      <a:tcTxStyle b="off" i="off">
        <a:fontRef idx="minor"/>
        <a:schemeClr val="dk1"/>
      </a:tcTxStyle>
      <a:tcStyle>
        <a:tcBdr/>
        <a:fill>
          <a:noFill/>
        </a:fill>
      </a:tcStyle>
    </a:lastCol>
    <a:firstCol>
      <a:tcTxStyle b="off" i="off">
        <a:fontRef idx="minor"/>
        <a:schemeClr val="dk1"/>
      </a:tcTxStyle>
      <a:tcStyle>
        <a:tcBdr/>
        <a:fill>
          <a:noFill/>
        </a:fill>
      </a:tcStyle>
    </a:firstCol>
    <a:lastRow>
      <a:tcTxStyle b="on" i="off">
        <a:fontRef idx="minor"/>
        <a:schemeClr val="dk1"/>
      </a:tcTxStyle>
      <a:tcStyle>
        <a:tcBdr/>
        <a:fill>
          <a:solidFill>
            <a:srgbClr val="8FA2AC"/>
          </a:solidFill>
        </a:fill>
      </a:tcStyle>
    </a:lastRow>
    <a:firstRow>
      <a:tcTxStyle b="on" i="off">
        <a:fontRef idx="minor"/>
        <a:schemeClr val="dk1"/>
      </a:tcTxStyle>
      <a:tcStyle>
        <a:tcBdr/>
        <a:fill>
          <a:solidFill>
            <a:srgbClr val="8FA2AC"/>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25" autoAdjust="0"/>
    <p:restoredTop sz="93447" autoAdjust="0"/>
  </p:normalViewPr>
  <p:slideViewPr>
    <p:cSldViewPr snapToGrid="0">
      <p:cViewPr varScale="1">
        <p:scale>
          <a:sx n="59" d="100"/>
          <a:sy n="59" d="100"/>
        </p:scale>
        <p:origin x="264" y="56"/>
      </p:cViewPr>
      <p:guideLst>
        <p:guide orient="horz" pos="731"/>
        <p:guide orient="horz" pos="3838"/>
        <p:guide pos="7469"/>
        <p:guide pos="6306"/>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p:cViewPr varScale="1">
        <p:scale>
          <a:sx n="90" d="100"/>
          <a:sy n="90" d="100"/>
        </p:scale>
        <p:origin x="-3744" y="-114"/>
      </p:cViewPr>
      <p:guideLst>
        <p:guide orient="horz" pos="3126"/>
        <p:guide pos="2142"/>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microsoft.com/office/2018/10/relationships/authors" Target="authors.xml"/><Relationship Id="rId3" Type="http://schemas.openxmlformats.org/officeDocument/2006/relationships/customXml" Target="../customXml/item3.xml"/><Relationship Id="rId21" Type="http://schemas.openxmlformats.org/officeDocument/2006/relationships/slide" Target="slides/slide16.xml"/><Relationship Id="rId34" Type="http://schemas.openxmlformats.org/officeDocument/2006/relationships/viewProps" Target="viewProp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tags" Target="tags/tag1.xml"/><Relationship Id="rId37" Type="http://schemas.microsoft.com/office/2016/11/relationships/changesInfo" Target="changesInfos/changesInfo1.xml"/><Relationship Id="rId5" Type="http://schemas.openxmlformats.org/officeDocument/2006/relationships/slideMaster" Target="slideMasters/slideMaster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tableStyles" Target="tableStyle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handoutMaster" Target="handoutMasters/handoutMaster1.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notesMaster" Target="notesMasters/notesMaster1.xml"/><Relationship Id="rId35"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rbin Ferguson" userId="34a864e2-e65e-4cb2-823c-dc28f73f0e40" providerId="ADAL" clId="{8D2D96CF-1319-4CCC-9EA9-073445628049}"/>
    <pc:docChg chg="undo redo custSel addSld delSld modSld sldOrd modMainMaster">
      <pc:chgData name="Corbin Ferguson" userId="34a864e2-e65e-4cb2-823c-dc28f73f0e40" providerId="ADAL" clId="{8D2D96CF-1319-4CCC-9EA9-073445628049}" dt="2026-04-01T00:13:56.004" v="10959" actId="14100"/>
      <pc:docMkLst>
        <pc:docMk/>
      </pc:docMkLst>
      <pc:sldChg chg="modSp mod modTransition">
        <pc:chgData name="Corbin Ferguson" userId="34a864e2-e65e-4cb2-823c-dc28f73f0e40" providerId="ADAL" clId="{8D2D96CF-1319-4CCC-9EA9-073445628049}" dt="2026-03-30T15:49:39.352" v="7777"/>
        <pc:sldMkLst>
          <pc:docMk/>
          <pc:sldMk cId="1806041311" sldId="256"/>
        </pc:sldMkLst>
        <pc:spChg chg="mod">
          <ac:chgData name="Corbin Ferguson" userId="34a864e2-e65e-4cb2-823c-dc28f73f0e40" providerId="ADAL" clId="{8D2D96CF-1319-4CCC-9EA9-073445628049}" dt="2026-03-16T14:58:23.802" v="1005" actId="20577"/>
          <ac:spMkLst>
            <pc:docMk/>
            <pc:sldMk cId="1806041311" sldId="256"/>
            <ac:spMk id="7" creationId="{05DBE8C5-106F-9E45-96DE-92C740078C67}"/>
          </ac:spMkLst>
        </pc:spChg>
      </pc:sldChg>
      <pc:sldChg chg="addSp delSp modSp mod modTransition modNotesTx">
        <pc:chgData name="Corbin Ferguson" userId="34a864e2-e65e-4cb2-823c-dc28f73f0e40" providerId="ADAL" clId="{8D2D96CF-1319-4CCC-9EA9-073445628049}" dt="2026-03-31T15:08:42.956" v="10501" actId="20577"/>
        <pc:sldMkLst>
          <pc:docMk/>
          <pc:sldMk cId="463964235" sldId="257"/>
        </pc:sldMkLst>
        <pc:spChg chg="mod">
          <ac:chgData name="Corbin Ferguson" userId="34a864e2-e65e-4cb2-823c-dc28f73f0e40" providerId="ADAL" clId="{8D2D96CF-1319-4CCC-9EA9-073445628049}" dt="2026-03-19T13:47:59.449" v="2101" actId="20577"/>
          <ac:spMkLst>
            <pc:docMk/>
            <pc:sldMk cId="463964235" sldId="257"/>
            <ac:spMk id="2" creationId="{00337666-7C19-635B-616A-B69C9D688B5F}"/>
          </ac:spMkLst>
        </pc:spChg>
        <pc:spChg chg="mod">
          <ac:chgData name="Corbin Ferguson" userId="34a864e2-e65e-4cb2-823c-dc28f73f0e40" providerId="ADAL" clId="{8D2D96CF-1319-4CCC-9EA9-073445628049}" dt="2026-03-31T15:06:41.762" v="10489" actId="20577"/>
          <ac:spMkLst>
            <pc:docMk/>
            <pc:sldMk cId="463964235" sldId="257"/>
            <ac:spMk id="13" creationId="{50705606-BEFC-7BD3-6686-7F86A4FF0F2E}"/>
          </ac:spMkLst>
        </pc:spChg>
      </pc:sldChg>
      <pc:sldChg chg="addSp delSp modSp mod modTransition modClrScheme chgLayout">
        <pc:chgData name="Corbin Ferguson" userId="34a864e2-e65e-4cb2-823c-dc28f73f0e40" providerId="ADAL" clId="{8D2D96CF-1319-4CCC-9EA9-073445628049}" dt="2026-03-31T19:08:48.793" v="10626" actId="14100"/>
        <pc:sldMkLst>
          <pc:docMk/>
          <pc:sldMk cId="3766655233" sldId="2146848300"/>
        </pc:sldMkLst>
        <pc:spChg chg="mod">
          <ac:chgData name="Corbin Ferguson" userId="34a864e2-e65e-4cb2-823c-dc28f73f0e40" providerId="ADAL" clId="{8D2D96CF-1319-4CCC-9EA9-073445628049}" dt="2026-03-31T19:08:48.793" v="10626" actId="14100"/>
          <ac:spMkLst>
            <pc:docMk/>
            <pc:sldMk cId="3766655233" sldId="2146848300"/>
            <ac:spMk id="3" creationId="{69166F1D-356D-D430-8690-D44E331BF4F9}"/>
          </ac:spMkLst>
        </pc:spChg>
        <pc:spChg chg="mod">
          <ac:chgData name="Corbin Ferguson" userId="34a864e2-e65e-4cb2-823c-dc28f73f0e40" providerId="ADAL" clId="{8D2D96CF-1319-4CCC-9EA9-073445628049}" dt="2026-03-30T12:20:42.313" v="2477" actId="26606"/>
          <ac:spMkLst>
            <pc:docMk/>
            <pc:sldMk cId="3766655233" sldId="2146848300"/>
            <ac:spMk id="4" creationId="{846AFA48-EFB6-F88C-7B8D-881F87D602D3}"/>
          </ac:spMkLst>
        </pc:spChg>
        <pc:spChg chg="mod ord">
          <ac:chgData name="Corbin Ferguson" userId="34a864e2-e65e-4cb2-823c-dc28f73f0e40" providerId="ADAL" clId="{8D2D96CF-1319-4CCC-9EA9-073445628049}" dt="2026-03-30T12:20:42.313" v="2477" actId="26606"/>
          <ac:spMkLst>
            <pc:docMk/>
            <pc:sldMk cId="3766655233" sldId="2146848300"/>
            <ac:spMk id="6" creationId="{CE06400F-0838-F216-1DBB-D4152119A8E4}"/>
          </ac:spMkLst>
        </pc:spChg>
        <pc:spChg chg="mod ord">
          <ac:chgData name="Corbin Ferguson" userId="34a864e2-e65e-4cb2-823c-dc28f73f0e40" providerId="ADAL" clId="{8D2D96CF-1319-4CCC-9EA9-073445628049}" dt="2026-03-30T12:20:42.313" v="2477" actId="26606"/>
          <ac:spMkLst>
            <pc:docMk/>
            <pc:sldMk cId="3766655233" sldId="2146848300"/>
            <ac:spMk id="7" creationId="{38D6E66F-E242-71AD-8EBC-F768E9376CE3}"/>
          </ac:spMkLst>
        </pc:spChg>
        <pc:spChg chg="add del mod">
          <ac:chgData name="Corbin Ferguson" userId="34a864e2-e65e-4cb2-823c-dc28f73f0e40" providerId="ADAL" clId="{8D2D96CF-1319-4CCC-9EA9-073445628049}" dt="2026-03-31T19:08:19.591" v="10625" actId="20577"/>
          <ac:spMkLst>
            <pc:docMk/>
            <pc:sldMk cId="3766655233" sldId="2146848300"/>
            <ac:spMk id="16" creationId="{75043462-D499-CFD8-CA75-EACF7FECE616}"/>
          </ac:spMkLst>
        </pc:spChg>
        <pc:picChg chg="add mod">
          <ac:chgData name="Corbin Ferguson" userId="34a864e2-e65e-4cb2-823c-dc28f73f0e40" providerId="ADAL" clId="{8D2D96CF-1319-4CCC-9EA9-073445628049}" dt="2026-03-30T12:20:42.313" v="2477" actId="26606"/>
          <ac:picMkLst>
            <pc:docMk/>
            <pc:sldMk cId="3766655233" sldId="2146848300"/>
            <ac:picMk id="11" creationId="{91F1CA0F-88C6-8188-D328-F5DF5A8C5BC2}"/>
          </ac:picMkLst>
        </pc:picChg>
      </pc:sldChg>
      <pc:sldChg chg="modSp mod modTransition">
        <pc:chgData name="Corbin Ferguson" userId="34a864e2-e65e-4cb2-823c-dc28f73f0e40" providerId="ADAL" clId="{8D2D96CF-1319-4CCC-9EA9-073445628049}" dt="2026-03-30T15:49:40.296" v="7778"/>
        <pc:sldMkLst>
          <pc:docMk/>
          <pc:sldMk cId="4050751982" sldId="2146848302"/>
        </pc:sldMkLst>
        <pc:spChg chg="mod">
          <ac:chgData name="Corbin Ferguson" userId="34a864e2-e65e-4cb2-823c-dc28f73f0e40" providerId="ADAL" clId="{8D2D96CF-1319-4CCC-9EA9-073445628049}" dt="2026-03-30T12:56:37.173" v="3572" actId="20577"/>
          <ac:spMkLst>
            <pc:docMk/>
            <pc:sldMk cId="4050751982" sldId="2146848302"/>
            <ac:spMk id="13" creationId="{9ABB78FB-6052-78C4-38A0-9B7AF58E9FCB}"/>
          </ac:spMkLst>
        </pc:spChg>
      </pc:sldChg>
      <pc:sldChg chg="addSp delSp modSp mod modTransition modNotesTx">
        <pc:chgData name="Corbin Ferguson" userId="34a864e2-e65e-4cb2-823c-dc28f73f0e40" providerId="ADAL" clId="{8D2D96CF-1319-4CCC-9EA9-073445628049}" dt="2026-03-31T13:59:16.193" v="9888" actId="20577"/>
        <pc:sldMkLst>
          <pc:docMk/>
          <pc:sldMk cId="189939056" sldId="2146848304"/>
        </pc:sldMkLst>
        <pc:picChg chg="add mod">
          <ac:chgData name="Corbin Ferguson" userId="34a864e2-e65e-4cb2-823c-dc28f73f0e40" providerId="ADAL" clId="{8D2D96CF-1319-4CCC-9EA9-073445628049}" dt="2026-03-30T13:51:03.269" v="4586" actId="14100"/>
          <ac:picMkLst>
            <pc:docMk/>
            <pc:sldMk cId="189939056" sldId="2146848304"/>
            <ac:picMk id="1026" creationId="{7A3656F4-BD3B-98D5-6495-1B001800A68F}"/>
          </ac:picMkLst>
        </pc:picChg>
        <pc:picChg chg="add mod">
          <ac:chgData name="Corbin Ferguson" userId="34a864e2-e65e-4cb2-823c-dc28f73f0e40" providerId="ADAL" clId="{8D2D96CF-1319-4CCC-9EA9-073445628049}" dt="2026-03-30T13:51:11.385" v="4588" actId="14100"/>
          <ac:picMkLst>
            <pc:docMk/>
            <pc:sldMk cId="189939056" sldId="2146848304"/>
            <ac:picMk id="1028" creationId="{D834BBEC-46B0-FF3A-00E5-190F80CDBC05}"/>
          </ac:picMkLst>
        </pc:picChg>
      </pc:sldChg>
      <pc:sldChg chg="modSp mod ord modTransition modNotesTx">
        <pc:chgData name="Corbin Ferguson" userId="34a864e2-e65e-4cb2-823c-dc28f73f0e40" providerId="ADAL" clId="{8D2D96CF-1319-4CCC-9EA9-073445628049}" dt="2026-03-31T13:51:49.546" v="9727" actId="20577"/>
        <pc:sldMkLst>
          <pc:docMk/>
          <pc:sldMk cId="2928641305" sldId="2146848305"/>
        </pc:sldMkLst>
        <pc:spChg chg="mod">
          <ac:chgData name="Corbin Ferguson" userId="34a864e2-e65e-4cb2-823c-dc28f73f0e40" providerId="ADAL" clId="{8D2D96CF-1319-4CCC-9EA9-073445628049}" dt="2026-03-30T12:28:16.155" v="2489" actId="20577"/>
          <ac:spMkLst>
            <pc:docMk/>
            <pc:sldMk cId="2928641305" sldId="2146848305"/>
            <ac:spMk id="2" creationId="{A59311E1-2F3C-706B-E772-4C7FF4CB0DFD}"/>
          </ac:spMkLst>
        </pc:spChg>
        <pc:spChg chg="mod">
          <ac:chgData name="Corbin Ferguson" userId="34a864e2-e65e-4cb2-823c-dc28f73f0e40" providerId="ADAL" clId="{8D2D96CF-1319-4CCC-9EA9-073445628049}" dt="2026-03-31T13:51:49.546" v="9727" actId="20577"/>
          <ac:spMkLst>
            <pc:docMk/>
            <pc:sldMk cId="2928641305" sldId="2146848305"/>
            <ac:spMk id="13" creationId="{929D0112-3559-BA85-36ED-E2064B91FC9A}"/>
          </ac:spMkLst>
        </pc:spChg>
      </pc:sldChg>
      <pc:sldChg chg="modSp mod ord modTransition modNotesTx">
        <pc:chgData name="Corbin Ferguson" userId="34a864e2-e65e-4cb2-823c-dc28f73f0e40" providerId="ADAL" clId="{8D2D96CF-1319-4CCC-9EA9-073445628049}" dt="2026-03-31T18:39:42.242" v="10560"/>
        <pc:sldMkLst>
          <pc:docMk/>
          <pc:sldMk cId="1957245743" sldId="2146848310"/>
        </pc:sldMkLst>
        <pc:spChg chg="mod">
          <ac:chgData name="Corbin Ferguson" userId="34a864e2-e65e-4cb2-823c-dc28f73f0e40" providerId="ADAL" clId="{8D2D96CF-1319-4CCC-9EA9-073445628049}" dt="2026-03-31T18:39:42.242" v="10560"/>
          <ac:spMkLst>
            <pc:docMk/>
            <pc:sldMk cId="1957245743" sldId="2146848310"/>
            <ac:spMk id="13" creationId="{1EC16664-E325-8471-1AD8-B488025297CB}"/>
          </ac:spMkLst>
        </pc:spChg>
      </pc:sldChg>
      <pc:sldChg chg="addSp modSp mod ord modTransition modClrScheme chgLayout">
        <pc:chgData name="Corbin Ferguson" userId="34a864e2-e65e-4cb2-823c-dc28f73f0e40" providerId="ADAL" clId="{8D2D96CF-1319-4CCC-9EA9-073445628049}" dt="2026-03-31T14:28:50.889" v="10467"/>
        <pc:sldMkLst>
          <pc:docMk/>
          <pc:sldMk cId="765330338" sldId="2146848311"/>
        </pc:sldMkLst>
        <pc:spChg chg="mod ord">
          <ac:chgData name="Corbin Ferguson" userId="34a864e2-e65e-4cb2-823c-dc28f73f0e40" providerId="ADAL" clId="{8D2D96CF-1319-4CCC-9EA9-073445628049}" dt="2026-03-16T15:08:11.545" v="1166" actId="700"/>
          <ac:spMkLst>
            <pc:docMk/>
            <pc:sldMk cId="765330338" sldId="2146848311"/>
            <ac:spMk id="2" creationId="{39A6CDB0-B34B-8995-0E8B-C319A922B5B3}"/>
          </ac:spMkLst>
        </pc:spChg>
        <pc:spChg chg="add mod ord">
          <ac:chgData name="Corbin Ferguson" userId="34a864e2-e65e-4cb2-823c-dc28f73f0e40" providerId="ADAL" clId="{8D2D96CF-1319-4CCC-9EA9-073445628049}" dt="2026-03-16T15:08:24.308" v="1176" actId="20577"/>
          <ac:spMkLst>
            <pc:docMk/>
            <pc:sldMk cId="765330338" sldId="2146848311"/>
            <ac:spMk id="3" creationId="{63F6E7F2-C333-13E7-6A23-E317DC8149B0}"/>
          </ac:spMkLst>
        </pc:spChg>
        <pc:spChg chg="mod ord">
          <ac:chgData name="Corbin Ferguson" userId="34a864e2-e65e-4cb2-823c-dc28f73f0e40" providerId="ADAL" clId="{8D2D96CF-1319-4CCC-9EA9-073445628049}" dt="2026-03-16T15:08:11.545" v="1166" actId="700"/>
          <ac:spMkLst>
            <pc:docMk/>
            <pc:sldMk cId="765330338" sldId="2146848311"/>
            <ac:spMk id="4" creationId="{00FFBEF8-5E91-2668-D8BE-7A069006F3AD}"/>
          </ac:spMkLst>
        </pc:spChg>
        <pc:spChg chg="mod ord">
          <ac:chgData name="Corbin Ferguson" userId="34a864e2-e65e-4cb2-823c-dc28f73f0e40" providerId="ADAL" clId="{8D2D96CF-1319-4CCC-9EA9-073445628049}" dt="2026-03-16T15:08:11.545" v="1166" actId="700"/>
          <ac:spMkLst>
            <pc:docMk/>
            <pc:sldMk cId="765330338" sldId="2146848311"/>
            <ac:spMk id="7" creationId="{F24A93D2-C404-5313-F354-72800B3D775A}"/>
          </ac:spMkLst>
        </pc:spChg>
        <pc:spChg chg="mod ord">
          <ac:chgData name="Corbin Ferguson" userId="34a864e2-e65e-4cb2-823c-dc28f73f0e40" providerId="ADAL" clId="{8D2D96CF-1319-4CCC-9EA9-073445628049}" dt="2026-03-16T15:08:11.545" v="1166" actId="700"/>
          <ac:spMkLst>
            <pc:docMk/>
            <pc:sldMk cId="765330338" sldId="2146848311"/>
            <ac:spMk id="8" creationId="{0399E63B-65A1-3030-DC23-CA1AF7150CCF}"/>
          </ac:spMkLst>
        </pc:spChg>
      </pc:sldChg>
      <pc:sldChg chg="modSp mod modTransition">
        <pc:chgData name="Corbin Ferguson" userId="34a864e2-e65e-4cb2-823c-dc28f73f0e40" providerId="ADAL" clId="{8D2D96CF-1319-4CCC-9EA9-073445628049}" dt="2026-03-30T15:50:21.348" v="7788"/>
        <pc:sldMkLst>
          <pc:docMk/>
          <pc:sldMk cId="785037573" sldId="2146848312"/>
        </pc:sldMkLst>
        <pc:spChg chg="mod">
          <ac:chgData name="Corbin Ferguson" userId="34a864e2-e65e-4cb2-823c-dc28f73f0e40" providerId="ADAL" clId="{8D2D96CF-1319-4CCC-9EA9-073445628049}" dt="2026-03-16T15:07:15.312" v="1165" actId="20577"/>
          <ac:spMkLst>
            <pc:docMk/>
            <pc:sldMk cId="785037573" sldId="2146848312"/>
            <ac:spMk id="9" creationId="{F12D16D0-86CF-AF46-C7E4-9E991E80B9A8}"/>
          </ac:spMkLst>
        </pc:spChg>
      </pc:sldChg>
      <pc:sldChg chg="modTransition">
        <pc:chgData name="Corbin Ferguson" userId="34a864e2-e65e-4cb2-823c-dc28f73f0e40" providerId="ADAL" clId="{8D2D96CF-1319-4CCC-9EA9-073445628049}" dt="2026-03-30T15:50:24.557" v="7790"/>
        <pc:sldMkLst>
          <pc:docMk/>
          <pc:sldMk cId="219680190" sldId="2146848313"/>
        </pc:sldMkLst>
      </pc:sldChg>
      <pc:sldChg chg="addSp modSp add mod modTransition">
        <pc:chgData name="Corbin Ferguson" userId="34a864e2-e65e-4cb2-823c-dc28f73f0e40" providerId="ADAL" clId="{8D2D96CF-1319-4CCC-9EA9-073445628049}" dt="2026-04-01T00:03:48.423" v="10846" actId="20577"/>
        <pc:sldMkLst>
          <pc:docMk/>
          <pc:sldMk cId="1067535560" sldId="2146848314"/>
        </pc:sldMkLst>
        <pc:spChg chg="mod">
          <ac:chgData name="Corbin Ferguson" userId="34a864e2-e65e-4cb2-823c-dc28f73f0e40" providerId="ADAL" clId="{8D2D96CF-1319-4CCC-9EA9-073445628049}" dt="2026-03-16T14:35:58.596" v="10" actId="20577"/>
          <ac:spMkLst>
            <pc:docMk/>
            <pc:sldMk cId="1067535560" sldId="2146848314"/>
            <ac:spMk id="2" creationId="{29DC8B36-B78B-74FC-1B96-372E60B3CCA5}"/>
          </ac:spMkLst>
        </pc:spChg>
        <pc:spChg chg="mod">
          <ac:chgData name="Corbin Ferguson" userId="34a864e2-e65e-4cb2-823c-dc28f73f0e40" providerId="ADAL" clId="{8D2D96CF-1319-4CCC-9EA9-073445628049}" dt="2026-04-01T00:03:48.423" v="10846" actId="20577"/>
          <ac:spMkLst>
            <pc:docMk/>
            <pc:sldMk cId="1067535560" sldId="2146848314"/>
            <ac:spMk id="9" creationId="{10547ECE-F4D6-7E7B-B957-03EBA9BFAC16}"/>
          </ac:spMkLst>
        </pc:spChg>
      </pc:sldChg>
      <pc:sldChg chg="modSp add mod ord modTransition">
        <pc:chgData name="Corbin Ferguson" userId="34a864e2-e65e-4cb2-823c-dc28f73f0e40" providerId="ADAL" clId="{8D2D96CF-1319-4CCC-9EA9-073445628049}" dt="2026-03-30T15:50:25.991" v="7791"/>
        <pc:sldMkLst>
          <pc:docMk/>
          <pc:sldMk cId="1869098219" sldId="2146848315"/>
        </pc:sldMkLst>
        <pc:spChg chg="mod">
          <ac:chgData name="Corbin Ferguson" userId="34a864e2-e65e-4cb2-823c-dc28f73f0e40" providerId="ADAL" clId="{8D2D96CF-1319-4CCC-9EA9-073445628049}" dt="2026-03-16T14:39:31.709" v="503" actId="20577"/>
          <ac:spMkLst>
            <pc:docMk/>
            <pc:sldMk cId="1869098219" sldId="2146848315"/>
            <ac:spMk id="2" creationId="{42490D66-69B9-FCB3-4EE3-71E22ADE614D}"/>
          </ac:spMkLst>
        </pc:spChg>
        <pc:spChg chg="mod">
          <ac:chgData name="Corbin Ferguson" userId="34a864e2-e65e-4cb2-823c-dc28f73f0e40" providerId="ADAL" clId="{8D2D96CF-1319-4CCC-9EA9-073445628049}" dt="2026-03-16T14:42:49.632" v="602"/>
          <ac:spMkLst>
            <pc:docMk/>
            <pc:sldMk cId="1869098219" sldId="2146848315"/>
            <ac:spMk id="9" creationId="{01007C77-2DF3-8DD9-8D8C-832A640C674D}"/>
          </ac:spMkLst>
        </pc:spChg>
      </pc:sldChg>
      <pc:sldChg chg="addSp delSp modSp add mod ord modTransition delAnim modAnim modNotesTx">
        <pc:chgData name="Corbin Ferguson" userId="34a864e2-e65e-4cb2-823c-dc28f73f0e40" providerId="ADAL" clId="{8D2D96CF-1319-4CCC-9EA9-073445628049}" dt="2026-03-31T14:29:49.720" v="10473"/>
        <pc:sldMkLst>
          <pc:docMk/>
          <pc:sldMk cId="3831013115" sldId="2146848318"/>
        </pc:sldMkLst>
        <pc:spChg chg="mod">
          <ac:chgData name="Corbin Ferguson" userId="34a864e2-e65e-4cb2-823c-dc28f73f0e40" providerId="ADAL" clId="{8D2D96CF-1319-4CCC-9EA9-073445628049}" dt="2026-03-16T20:06:27.829" v="1625" actId="20577"/>
          <ac:spMkLst>
            <pc:docMk/>
            <pc:sldMk cId="3831013115" sldId="2146848318"/>
            <ac:spMk id="2" creationId="{C6FD6CC9-4051-8C8E-6F53-6558CC8D4A8F}"/>
          </ac:spMkLst>
        </pc:spChg>
        <pc:spChg chg="add mod">
          <ac:chgData name="Corbin Ferguson" userId="34a864e2-e65e-4cb2-823c-dc28f73f0e40" providerId="ADAL" clId="{8D2D96CF-1319-4CCC-9EA9-073445628049}" dt="2026-03-16T20:58:06.345" v="2029" actId="1035"/>
          <ac:spMkLst>
            <pc:docMk/>
            <pc:sldMk cId="3831013115" sldId="2146848318"/>
            <ac:spMk id="11" creationId="{C63E6493-7963-69F9-0E49-FBFB34C98CC6}"/>
          </ac:spMkLst>
        </pc:spChg>
        <pc:picChg chg="add mod ord">
          <ac:chgData name="Corbin Ferguson" userId="34a864e2-e65e-4cb2-823c-dc28f73f0e40" providerId="ADAL" clId="{8D2D96CF-1319-4CCC-9EA9-073445628049}" dt="2026-03-30T15:42:18.821" v="7513" actId="14100"/>
          <ac:picMkLst>
            <pc:docMk/>
            <pc:sldMk cId="3831013115" sldId="2146848318"/>
            <ac:picMk id="6" creationId="{BF17B26E-CEBE-31E2-A928-A78B0BE175DA}"/>
          </ac:picMkLst>
        </pc:picChg>
        <pc:picChg chg="mod ord modVis modCrop">
          <ac:chgData name="Corbin Ferguson" userId="34a864e2-e65e-4cb2-823c-dc28f73f0e40" providerId="ADAL" clId="{8D2D96CF-1319-4CCC-9EA9-073445628049}" dt="2026-03-30T15:41:22.496" v="7464" actId="962"/>
          <ac:picMkLst>
            <pc:docMk/>
            <pc:sldMk cId="3831013115" sldId="2146848318"/>
            <ac:picMk id="15" creationId="{5956B2B1-2846-2DBE-61A6-5C404403D377}"/>
          </ac:picMkLst>
        </pc:picChg>
      </pc:sldChg>
      <pc:sldChg chg="addSp delSp modSp add mod ord modTransition modAnim modNotesTx">
        <pc:chgData name="Corbin Ferguson" userId="34a864e2-e65e-4cb2-823c-dc28f73f0e40" providerId="ADAL" clId="{8D2D96CF-1319-4CCC-9EA9-073445628049}" dt="2026-03-30T15:49:51.332" v="7784"/>
        <pc:sldMkLst>
          <pc:docMk/>
          <pc:sldMk cId="3493033771" sldId="2146848319"/>
        </pc:sldMkLst>
        <pc:spChg chg="mod">
          <ac:chgData name="Corbin Ferguson" userId="34a864e2-e65e-4cb2-823c-dc28f73f0e40" providerId="ADAL" clId="{8D2D96CF-1319-4CCC-9EA9-073445628049}" dt="2026-03-19T13:40:03.956" v="2081" actId="14861"/>
          <ac:spMkLst>
            <pc:docMk/>
            <pc:sldMk cId="3493033771" sldId="2146848319"/>
            <ac:spMk id="3" creationId="{ED261959-73BE-AC8F-A9DA-6CAEF5E9BB95}"/>
          </ac:spMkLst>
        </pc:spChg>
        <pc:spChg chg="add mod">
          <ac:chgData name="Corbin Ferguson" userId="34a864e2-e65e-4cb2-823c-dc28f73f0e40" providerId="ADAL" clId="{8D2D96CF-1319-4CCC-9EA9-073445628049}" dt="2026-03-30T12:35:48.157" v="2600" actId="207"/>
          <ac:spMkLst>
            <pc:docMk/>
            <pc:sldMk cId="3493033771" sldId="2146848319"/>
            <ac:spMk id="5" creationId="{13F857BB-A500-D8BE-C6D3-DA406C74FFE8}"/>
          </ac:spMkLst>
        </pc:spChg>
        <pc:picChg chg="add del">
          <ac:chgData name="Corbin Ferguson" userId="34a864e2-e65e-4cb2-823c-dc28f73f0e40" providerId="ADAL" clId="{8D2D96CF-1319-4CCC-9EA9-073445628049}" dt="2026-03-16T20:16:25.821" v="1700" actId="478"/>
          <ac:picMkLst>
            <pc:docMk/>
            <pc:sldMk cId="3493033771" sldId="2146848319"/>
            <ac:picMk id="15" creationId="{D209E713-11DD-16BC-02AC-C8F52F87573B}"/>
          </ac:picMkLst>
        </pc:picChg>
        <pc:picChg chg="add mod">
          <ac:chgData name="Corbin Ferguson" userId="34a864e2-e65e-4cb2-823c-dc28f73f0e40" providerId="ADAL" clId="{8D2D96CF-1319-4CCC-9EA9-073445628049}" dt="2026-03-16T20:17:35.362" v="1711" actId="962"/>
          <ac:picMkLst>
            <pc:docMk/>
            <pc:sldMk cId="3493033771" sldId="2146848319"/>
            <ac:picMk id="10242" creationId="{461CD87D-B8E2-EBAC-C16F-E56594D3F499}"/>
          </ac:picMkLst>
        </pc:picChg>
      </pc:sldChg>
      <pc:sldChg chg="addSp delSp modSp add mod modTransition modAnim modNotesTx">
        <pc:chgData name="Corbin Ferguson" userId="34a864e2-e65e-4cb2-823c-dc28f73f0e40" providerId="ADAL" clId="{8D2D96CF-1319-4CCC-9EA9-073445628049}" dt="2026-03-31T14:29:46.187" v="10471"/>
        <pc:sldMkLst>
          <pc:docMk/>
          <pc:sldMk cId="462985986" sldId="2146848322"/>
        </pc:sldMkLst>
        <pc:spChg chg="add mod ord">
          <ac:chgData name="Corbin Ferguson" userId="34a864e2-e65e-4cb2-823c-dc28f73f0e40" providerId="ADAL" clId="{8D2D96CF-1319-4CCC-9EA9-073445628049}" dt="2026-03-19T13:40:16.753" v="2084" actId="14861"/>
          <ac:spMkLst>
            <pc:docMk/>
            <pc:sldMk cId="462985986" sldId="2146848322"/>
            <ac:spMk id="6" creationId="{F97ADB1C-4CC1-050A-F7E0-C59FABA26D8C}"/>
          </ac:spMkLst>
        </pc:spChg>
        <pc:picChg chg="add mod modVis">
          <ac:chgData name="Corbin Ferguson" userId="34a864e2-e65e-4cb2-823c-dc28f73f0e40" providerId="ADAL" clId="{8D2D96CF-1319-4CCC-9EA9-073445628049}" dt="2026-03-16T20:36:12.514" v="1900" actId="14429"/>
          <ac:picMkLst>
            <pc:docMk/>
            <pc:sldMk cId="462985986" sldId="2146848322"/>
            <ac:picMk id="5" creationId="{771B8AC6-311F-3E75-33C2-615158918A8C}"/>
          </ac:picMkLst>
        </pc:picChg>
        <pc:picChg chg="add mod modCrop">
          <ac:chgData name="Corbin Ferguson" userId="34a864e2-e65e-4cb2-823c-dc28f73f0e40" providerId="ADAL" clId="{8D2D96CF-1319-4CCC-9EA9-073445628049}" dt="2026-03-16T20:33:42.403" v="1850" actId="962"/>
          <ac:picMkLst>
            <pc:docMk/>
            <pc:sldMk cId="462985986" sldId="2146848322"/>
            <ac:picMk id="10" creationId="{A8BD3308-9470-9AF2-87BA-D34E2A93E67A}"/>
          </ac:picMkLst>
        </pc:picChg>
        <pc:picChg chg="mod modVis">
          <ac:chgData name="Corbin Ferguson" userId="34a864e2-e65e-4cb2-823c-dc28f73f0e40" providerId="ADAL" clId="{8D2D96CF-1319-4CCC-9EA9-073445628049}" dt="2026-03-30T15:41:19.453" v="7462" actId="1038"/>
          <ac:picMkLst>
            <pc:docMk/>
            <pc:sldMk cId="462985986" sldId="2146848322"/>
            <ac:picMk id="10242" creationId="{F222EBA9-47DB-A494-0A25-7CD0A39D0D61}"/>
          </ac:picMkLst>
        </pc:picChg>
      </pc:sldChg>
      <pc:sldChg chg="addSp delSp modSp add mod ord modTransition delAnim modAnim modNotesTx">
        <pc:chgData name="Corbin Ferguson" userId="34a864e2-e65e-4cb2-823c-dc28f73f0e40" providerId="ADAL" clId="{8D2D96CF-1319-4CCC-9EA9-073445628049}" dt="2026-04-01T00:10:33.119" v="10895" actId="14100"/>
        <pc:sldMkLst>
          <pc:docMk/>
          <pc:sldMk cId="1670292182" sldId="2146848323"/>
        </pc:sldMkLst>
        <pc:spChg chg="add mod">
          <ac:chgData name="Corbin Ferguson" userId="34a864e2-e65e-4cb2-823c-dc28f73f0e40" providerId="ADAL" clId="{8D2D96CF-1319-4CCC-9EA9-073445628049}" dt="2026-04-01T00:10:33.119" v="10895" actId="14100"/>
          <ac:spMkLst>
            <pc:docMk/>
            <pc:sldMk cId="1670292182" sldId="2146848323"/>
            <ac:spMk id="11" creationId="{BBDD576A-A414-9915-960B-C7192C1A13D8}"/>
          </ac:spMkLst>
        </pc:spChg>
        <pc:picChg chg="add mod ord">
          <ac:chgData name="Corbin Ferguson" userId="34a864e2-e65e-4cb2-823c-dc28f73f0e40" providerId="ADAL" clId="{8D2D96CF-1319-4CCC-9EA9-073445628049}" dt="2026-03-30T15:43:47.495" v="7603" actId="14100"/>
          <ac:picMkLst>
            <pc:docMk/>
            <pc:sldMk cId="1670292182" sldId="2146848323"/>
            <ac:picMk id="15" creationId="{17752B2B-1B72-2430-A670-818B3CCFD41D}"/>
          </ac:picMkLst>
        </pc:picChg>
        <pc:picChg chg="add mod ord">
          <ac:chgData name="Corbin Ferguson" userId="34a864e2-e65e-4cb2-823c-dc28f73f0e40" providerId="ADAL" clId="{8D2D96CF-1319-4CCC-9EA9-073445628049}" dt="2026-04-01T00:10:10.563" v="10874" actId="962"/>
          <ac:picMkLst>
            <pc:docMk/>
            <pc:sldMk cId="1670292182" sldId="2146848323"/>
            <ac:picMk id="1026" creationId="{20890D35-21B5-65A3-4EB5-F39A5A0DCDD2}"/>
          </ac:picMkLst>
        </pc:picChg>
        <pc:picChg chg="add del mod modVis modCrop">
          <ac:chgData name="Corbin Ferguson" userId="34a864e2-e65e-4cb2-823c-dc28f73f0e40" providerId="ADAL" clId="{8D2D96CF-1319-4CCC-9EA9-073445628049}" dt="2026-04-01T00:09:14.387" v="10855" actId="478"/>
          <ac:picMkLst>
            <pc:docMk/>
            <pc:sldMk cId="1670292182" sldId="2146848323"/>
            <ac:picMk id="11268" creationId="{14AE5F5A-6C88-0F58-A592-0FB668BF99DA}"/>
          </ac:picMkLst>
        </pc:picChg>
      </pc:sldChg>
      <pc:sldChg chg="addSp delSp modSp add mod modTransition delAnim modAnim modNotesTx">
        <pc:chgData name="Corbin Ferguson" userId="34a864e2-e65e-4cb2-823c-dc28f73f0e40" providerId="ADAL" clId="{8D2D96CF-1319-4CCC-9EA9-073445628049}" dt="2026-04-01T00:13:14.955" v="10947" actId="14100"/>
        <pc:sldMkLst>
          <pc:docMk/>
          <pc:sldMk cId="2455060311" sldId="2146848324"/>
        </pc:sldMkLst>
        <pc:spChg chg="add mod">
          <ac:chgData name="Corbin Ferguson" userId="34a864e2-e65e-4cb2-823c-dc28f73f0e40" providerId="ADAL" clId="{8D2D96CF-1319-4CCC-9EA9-073445628049}" dt="2026-03-16T20:58:38.750" v="2043" actId="14100"/>
          <ac:spMkLst>
            <pc:docMk/>
            <pc:sldMk cId="2455060311" sldId="2146848324"/>
            <ac:spMk id="6" creationId="{A38A10BF-2126-40C7-FAE5-7BBF6C867EF1}"/>
          </ac:spMkLst>
        </pc:spChg>
        <pc:picChg chg="add del mod ord modVis modCrop">
          <ac:chgData name="Corbin Ferguson" userId="34a864e2-e65e-4cb2-823c-dc28f73f0e40" providerId="ADAL" clId="{8D2D96CF-1319-4CCC-9EA9-073445628049}" dt="2026-04-01T00:12:54.702" v="10939" actId="478"/>
          <ac:picMkLst>
            <pc:docMk/>
            <pc:sldMk cId="2455060311" sldId="2146848324"/>
            <ac:picMk id="3" creationId="{2C2C5AB6-0479-9BDD-DD83-40A7451A2B32}"/>
          </ac:picMkLst>
        </pc:picChg>
        <pc:picChg chg="add mod modVis">
          <ac:chgData name="Corbin Ferguson" userId="34a864e2-e65e-4cb2-823c-dc28f73f0e40" providerId="ADAL" clId="{8D2D96CF-1319-4CCC-9EA9-073445628049}" dt="2026-04-01T00:13:06.046" v="10943" actId="14429"/>
          <ac:picMkLst>
            <pc:docMk/>
            <pc:sldMk cId="2455060311" sldId="2146848324"/>
            <ac:picMk id="5" creationId="{BE5C2147-6B8C-1D93-D1D8-4113A963D2D0}"/>
          </ac:picMkLst>
        </pc:picChg>
        <pc:picChg chg="add mod ord">
          <ac:chgData name="Corbin Ferguson" userId="34a864e2-e65e-4cb2-823c-dc28f73f0e40" providerId="ADAL" clId="{8D2D96CF-1319-4CCC-9EA9-073445628049}" dt="2026-04-01T00:13:14.955" v="10947" actId="14100"/>
          <ac:picMkLst>
            <pc:docMk/>
            <pc:sldMk cId="2455060311" sldId="2146848324"/>
            <ac:picMk id="9" creationId="{8BFC2206-26A7-60F5-CBAC-314A71B8563A}"/>
          </ac:picMkLst>
        </pc:picChg>
      </pc:sldChg>
      <pc:sldChg chg="addSp delSp modSp add mod ord modTransition delAnim modAnim modNotesTx">
        <pc:chgData name="Corbin Ferguson" userId="34a864e2-e65e-4cb2-823c-dc28f73f0e40" providerId="ADAL" clId="{8D2D96CF-1319-4CCC-9EA9-073445628049}" dt="2026-04-01T00:11:35.235" v="10933" actId="14429"/>
        <pc:sldMkLst>
          <pc:docMk/>
          <pc:sldMk cId="935187346" sldId="2146848325"/>
        </pc:sldMkLst>
        <pc:spChg chg="mod modVis">
          <ac:chgData name="Corbin Ferguson" userId="34a864e2-e65e-4cb2-823c-dc28f73f0e40" providerId="ADAL" clId="{8D2D96CF-1319-4CCC-9EA9-073445628049}" dt="2026-04-01T00:11:35.235" v="10933" actId="14429"/>
          <ac:spMkLst>
            <pc:docMk/>
            <pc:sldMk cId="935187346" sldId="2146848325"/>
            <ac:spMk id="11" creationId="{E527682E-55F4-1E8E-3D74-DD36AAF5EC17}"/>
          </ac:spMkLst>
        </pc:spChg>
        <pc:picChg chg="add mod ord">
          <ac:chgData name="Corbin Ferguson" userId="34a864e2-e65e-4cb2-823c-dc28f73f0e40" providerId="ADAL" clId="{8D2D96CF-1319-4CCC-9EA9-073445628049}" dt="2026-04-01T00:10:46.878" v="10898" actId="13244"/>
          <ac:picMkLst>
            <pc:docMk/>
            <pc:sldMk cId="935187346" sldId="2146848325"/>
            <ac:picMk id="3" creationId="{35DB570D-C20F-4D18-AFA8-DB67D456C1A2}"/>
          </ac:picMkLst>
        </pc:picChg>
        <pc:picChg chg="add mod ord modVis">
          <ac:chgData name="Corbin Ferguson" userId="34a864e2-e65e-4cb2-823c-dc28f73f0e40" providerId="ADAL" clId="{8D2D96CF-1319-4CCC-9EA9-073445628049}" dt="2026-03-30T15:55:30.730" v="7867" actId="14429"/>
          <ac:picMkLst>
            <pc:docMk/>
            <pc:sldMk cId="935187346" sldId="2146848325"/>
            <ac:picMk id="5" creationId="{38941981-09C2-49EE-CBD3-2FA095358C90}"/>
          </ac:picMkLst>
        </pc:picChg>
        <pc:picChg chg="add del mod ord modCrop">
          <ac:chgData name="Corbin Ferguson" userId="34a864e2-e65e-4cb2-823c-dc28f73f0e40" providerId="ADAL" clId="{8D2D96CF-1319-4CCC-9EA9-073445628049}" dt="2026-04-01T00:10:57.593" v="10899" actId="478"/>
          <ac:picMkLst>
            <pc:docMk/>
            <pc:sldMk cId="935187346" sldId="2146848325"/>
            <ac:picMk id="6" creationId="{8258F793-6C4B-B9D2-CC2E-6207D04A7C5C}"/>
          </ac:picMkLst>
        </pc:picChg>
        <pc:picChg chg="add mod ord modCrop">
          <ac:chgData name="Corbin Ferguson" userId="34a864e2-e65e-4cb2-823c-dc28f73f0e40" providerId="ADAL" clId="{8D2D96CF-1319-4CCC-9EA9-073445628049}" dt="2026-04-01T00:11:32.939" v="10932" actId="13244"/>
          <ac:picMkLst>
            <pc:docMk/>
            <pc:sldMk cId="935187346" sldId="2146848325"/>
            <ac:picMk id="9" creationId="{0D495668-F0B2-4D67-2C55-18A3E3AB0F61}"/>
          </ac:picMkLst>
        </pc:picChg>
        <pc:picChg chg="add del mod ord modVis">
          <ac:chgData name="Corbin Ferguson" userId="34a864e2-e65e-4cb2-823c-dc28f73f0e40" providerId="ADAL" clId="{8D2D96CF-1319-4CCC-9EA9-073445628049}" dt="2026-04-01T00:10:43.081" v="10896" actId="478"/>
          <ac:picMkLst>
            <pc:docMk/>
            <pc:sldMk cId="935187346" sldId="2146848325"/>
            <ac:picMk id="4100" creationId="{4C164929-3339-8372-C56E-6273FF8104E8}"/>
          </ac:picMkLst>
        </pc:picChg>
      </pc:sldChg>
      <pc:sldChg chg="addSp delSp modSp new mod modTransition delAnim modAnim modNotesTx">
        <pc:chgData name="Corbin Ferguson" userId="34a864e2-e65e-4cb2-823c-dc28f73f0e40" providerId="ADAL" clId="{8D2D96CF-1319-4CCC-9EA9-073445628049}" dt="2026-04-01T00:13:56.004" v="10959" actId="14100"/>
        <pc:sldMkLst>
          <pc:docMk/>
          <pc:sldMk cId="2633183682" sldId="2146848328"/>
        </pc:sldMkLst>
        <pc:spChg chg="mod">
          <ac:chgData name="Corbin Ferguson" userId="34a864e2-e65e-4cb2-823c-dc28f73f0e40" providerId="ADAL" clId="{8D2D96CF-1319-4CCC-9EA9-073445628049}" dt="2026-03-30T12:30:06.462" v="2529" actId="20577"/>
          <ac:spMkLst>
            <pc:docMk/>
            <pc:sldMk cId="2633183682" sldId="2146848328"/>
            <ac:spMk id="2" creationId="{E3F023BE-C4A1-0C81-82B1-8BE303E6A0C4}"/>
          </ac:spMkLst>
        </pc:spChg>
        <pc:picChg chg="add mod ord modVis">
          <ac:chgData name="Corbin Ferguson" userId="34a864e2-e65e-4cb2-823c-dc28f73f0e40" providerId="ADAL" clId="{8D2D96CF-1319-4CCC-9EA9-073445628049}" dt="2026-04-01T00:13:56.004" v="10959" actId="14100"/>
          <ac:picMkLst>
            <pc:docMk/>
            <pc:sldMk cId="2633183682" sldId="2146848328"/>
            <ac:picMk id="3" creationId="{06E6E34B-A3E4-5186-F073-42CEFA8945AB}"/>
          </ac:picMkLst>
        </pc:picChg>
        <pc:picChg chg="add mod modVis modCrop">
          <ac:chgData name="Corbin Ferguson" userId="34a864e2-e65e-4cb2-823c-dc28f73f0e40" providerId="ADAL" clId="{8D2D96CF-1319-4CCC-9EA9-073445628049}" dt="2026-03-30T18:33:13.337" v="7980" actId="14100"/>
          <ac:picMkLst>
            <pc:docMk/>
            <pc:sldMk cId="2633183682" sldId="2146848328"/>
            <ac:picMk id="9" creationId="{584FF30B-D15E-FA58-D2D2-6427F8479406}"/>
          </ac:picMkLst>
        </pc:picChg>
        <pc:picChg chg="add del mod ord">
          <ac:chgData name="Corbin Ferguson" userId="34a864e2-e65e-4cb2-823c-dc28f73f0e40" providerId="ADAL" clId="{8D2D96CF-1319-4CCC-9EA9-073445628049}" dt="2026-04-01T00:13:50.116" v="10952" actId="478"/>
          <ac:picMkLst>
            <pc:docMk/>
            <pc:sldMk cId="2633183682" sldId="2146848328"/>
            <ac:picMk id="11" creationId="{52DEB6A1-15E1-625C-99FA-5170366012B3}"/>
          </ac:picMkLst>
        </pc:picChg>
      </pc:sldChg>
      <pc:sldChg chg="addSp delSp modSp new mod ord modTransition modAnim">
        <pc:chgData name="Corbin Ferguson" userId="34a864e2-e65e-4cb2-823c-dc28f73f0e40" providerId="ADAL" clId="{8D2D96CF-1319-4CCC-9EA9-073445628049}" dt="2026-03-31T14:29:59.044" v="10479"/>
        <pc:sldMkLst>
          <pc:docMk/>
          <pc:sldMk cId="3737639885" sldId="2146848329"/>
        </pc:sldMkLst>
        <pc:spChg chg="mod">
          <ac:chgData name="Corbin Ferguson" userId="34a864e2-e65e-4cb2-823c-dc28f73f0e40" providerId="ADAL" clId="{8D2D96CF-1319-4CCC-9EA9-073445628049}" dt="2026-03-30T15:41:42.133" v="7485" actId="20577"/>
          <ac:spMkLst>
            <pc:docMk/>
            <pc:sldMk cId="3737639885" sldId="2146848329"/>
            <ac:spMk id="2" creationId="{739BBBBB-5627-C509-A3E9-051E4CBB9E93}"/>
          </ac:spMkLst>
        </pc:spChg>
        <pc:spChg chg="add mod">
          <ac:chgData name="Corbin Ferguson" userId="34a864e2-e65e-4cb2-823c-dc28f73f0e40" providerId="ADAL" clId="{8D2D96CF-1319-4CCC-9EA9-073445628049}" dt="2026-03-30T12:34:40.522" v="2593" actId="14100"/>
          <ac:spMkLst>
            <pc:docMk/>
            <pc:sldMk cId="3737639885" sldId="2146848329"/>
            <ac:spMk id="9" creationId="{760E1018-B030-902D-4115-4716E8C84BA5}"/>
          </ac:spMkLst>
        </pc:spChg>
        <pc:picChg chg="add mod">
          <ac:chgData name="Corbin Ferguson" userId="34a864e2-e65e-4cb2-823c-dc28f73f0e40" providerId="ADAL" clId="{8D2D96CF-1319-4CCC-9EA9-073445628049}" dt="2026-03-30T12:33:08.167" v="2574" actId="962"/>
          <ac:picMkLst>
            <pc:docMk/>
            <pc:sldMk cId="3737639885" sldId="2146848329"/>
            <ac:picMk id="8" creationId="{C42AE383-CA3E-E9B7-DA6B-7044718A2628}"/>
          </ac:picMkLst>
        </pc:picChg>
        <pc:picChg chg="add mod ord">
          <ac:chgData name="Corbin Ferguson" userId="34a864e2-e65e-4cb2-823c-dc28f73f0e40" providerId="ADAL" clId="{8D2D96CF-1319-4CCC-9EA9-073445628049}" dt="2026-03-30T15:48:24.089" v="7721" actId="1035"/>
          <ac:picMkLst>
            <pc:docMk/>
            <pc:sldMk cId="3737639885" sldId="2146848329"/>
            <ac:picMk id="10" creationId="{107CDA45-38D5-18FC-EE02-7518FDF3E77B}"/>
          </ac:picMkLst>
        </pc:picChg>
      </pc:sldChg>
      <pc:sldChg chg="addSp delSp modSp new mod modTransition modClrScheme chgLayout modNotesTx">
        <pc:chgData name="Corbin Ferguson" userId="34a864e2-e65e-4cb2-823c-dc28f73f0e40" providerId="ADAL" clId="{8D2D96CF-1319-4CCC-9EA9-073445628049}" dt="2026-03-31T19:17:40.468" v="10635" actId="20577"/>
        <pc:sldMkLst>
          <pc:docMk/>
          <pc:sldMk cId="3366771104" sldId="2146848333"/>
        </pc:sldMkLst>
        <pc:spChg chg="mod">
          <ac:chgData name="Corbin Ferguson" userId="34a864e2-e65e-4cb2-823c-dc28f73f0e40" providerId="ADAL" clId="{8D2D96CF-1319-4CCC-9EA9-073445628049}" dt="2026-03-30T14:27:50.796" v="4668" actId="26606"/>
          <ac:spMkLst>
            <pc:docMk/>
            <pc:sldMk cId="3366771104" sldId="2146848333"/>
            <ac:spMk id="4" creationId="{2A9FE8A4-E06E-22A9-D3EB-7A7FCED11DB8}"/>
          </ac:spMkLst>
        </pc:spChg>
        <pc:spChg chg="mod">
          <ac:chgData name="Corbin Ferguson" userId="34a864e2-e65e-4cb2-823c-dc28f73f0e40" providerId="ADAL" clId="{8D2D96CF-1319-4CCC-9EA9-073445628049}" dt="2026-03-30T14:27:50.796" v="4668" actId="26606"/>
          <ac:spMkLst>
            <pc:docMk/>
            <pc:sldMk cId="3366771104" sldId="2146848333"/>
            <ac:spMk id="5" creationId="{155F751A-16E2-0724-4BD0-168517E9733B}"/>
          </ac:spMkLst>
        </pc:spChg>
        <pc:spChg chg="mod">
          <ac:chgData name="Corbin Ferguson" userId="34a864e2-e65e-4cb2-823c-dc28f73f0e40" providerId="ADAL" clId="{8D2D96CF-1319-4CCC-9EA9-073445628049}" dt="2026-03-30T14:27:50.796" v="4668" actId="26606"/>
          <ac:spMkLst>
            <pc:docMk/>
            <pc:sldMk cId="3366771104" sldId="2146848333"/>
            <ac:spMk id="6" creationId="{F44F0703-936F-3954-8205-F9125E1E2DE6}"/>
          </ac:spMkLst>
        </pc:spChg>
        <pc:spChg chg="add mod">
          <ac:chgData name="Corbin Ferguson" userId="34a864e2-e65e-4cb2-823c-dc28f73f0e40" providerId="ADAL" clId="{8D2D96CF-1319-4CCC-9EA9-073445628049}" dt="2026-03-30T14:31:31.727" v="4723" actId="14100"/>
          <ac:spMkLst>
            <pc:docMk/>
            <pc:sldMk cId="3366771104" sldId="2146848333"/>
            <ac:spMk id="3079" creationId="{DE7D139F-1F92-4BD8-0AD6-6BA8F2883934}"/>
          </ac:spMkLst>
        </pc:spChg>
        <pc:spChg chg="add mod">
          <ac:chgData name="Corbin Ferguson" userId="34a864e2-e65e-4cb2-823c-dc28f73f0e40" providerId="ADAL" clId="{8D2D96CF-1319-4CCC-9EA9-073445628049}" dt="2026-03-31T19:17:40.468" v="10635" actId="20577"/>
          <ac:spMkLst>
            <pc:docMk/>
            <pc:sldMk cId="3366771104" sldId="2146848333"/>
            <ac:spMk id="3081" creationId="{48E97AF7-5AD2-DC2E-0D5D-6756B90C946E}"/>
          </ac:spMkLst>
        </pc:spChg>
        <pc:picChg chg="add mod ord">
          <ac:chgData name="Corbin Ferguson" userId="34a864e2-e65e-4cb2-823c-dc28f73f0e40" providerId="ADAL" clId="{8D2D96CF-1319-4CCC-9EA9-073445628049}" dt="2026-03-30T14:27:50.796" v="4668" actId="26606"/>
          <ac:picMkLst>
            <pc:docMk/>
            <pc:sldMk cId="3366771104" sldId="2146848333"/>
            <ac:picMk id="3074" creationId="{589C1114-EE17-B236-E59B-833EB4FC6E60}"/>
          </ac:picMkLst>
        </pc:picChg>
      </pc:sldChg>
      <pc:sldChg chg="addSp delSp modSp new mod ord modTransition">
        <pc:chgData name="Corbin Ferguson" userId="34a864e2-e65e-4cb2-823c-dc28f73f0e40" providerId="ADAL" clId="{8D2D96CF-1319-4CCC-9EA9-073445628049}" dt="2026-04-01T00:02:00.229" v="10668" actId="20577"/>
        <pc:sldMkLst>
          <pc:docMk/>
          <pc:sldMk cId="1111137208" sldId="2146848334"/>
        </pc:sldMkLst>
        <pc:spChg chg="mod">
          <ac:chgData name="Corbin Ferguson" userId="34a864e2-e65e-4cb2-823c-dc28f73f0e40" providerId="ADAL" clId="{8D2D96CF-1319-4CCC-9EA9-073445628049}" dt="2026-03-30T13:09:50.877" v="3797" actId="20577"/>
          <ac:spMkLst>
            <pc:docMk/>
            <pc:sldMk cId="1111137208" sldId="2146848334"/>
            <ac:spMk id="2" creationId="{AD501F52-637D-977D-471F-6C2D70288A9C}"/>
          </ac:spMkLst>
        </pc:spChg>
        <pc:spChg chg="mod">
          <ac:chgData name="Corbin Ferguson" userId="34a864e2-e65e-4cb2-823c-dc28f73f0e40" providerId="ADAL" clId="{8D2D96CF-1319-4CCC-9EA9-073445628049}" dt="2026-04-01T00:02:00.229" v="10668" actId="20577"/>
          <ac:spMkLst>
            <pc:docMk/>
            <pc:sldMk cId="1111137208" sldId="2146848334"/>
            <ac:spMk id="3" creationId="{9B663C46-A793-3A1B-8101-817968A30164}"/>
          </ac:spMkLst>
        </pc:spChg>
        <pc:picChg chg="add mod">
          <ac:chgData name="Corbin Ferguson" userId="34a864e2-e65e-4cb2-823c-dc28f73f0e40" providerId="ADAL" clId="{8D2D96CF-1319-4CCC-9EA9-073445628049}" dt="2026-03-30T13:16:50.251" v="4429" actId="1076"/>
          <ac:picMkLst>
            <pc:docMk/>
            <pc:sldMk cId="1111137208" sldId="2146848334"/>
            <ac:picMk id="10" creationId="{9DC1AA47-EAA6-0FC1-349A-4C10C08EACEC}"/>
          </ac:picMkLst>
        </pc:picChg>
        <pc:picChg chg="add mod">
          <ac:chgData name="Corbin Ferguson" userId="34a864e2-e65e-4cb2-823c-dc28f73f0e40" providerId="ADAL" clId="{8D2D96CF-1319-4CCC-9EA9-073445628049}" dt="2026-03-30T13:17:58.985" v="4572" actId="1038"/>
          <ac:picMkLst>
            <pc:docMk/>
            <pc:sldMk cId="1111137208" sldId="2146848334"/>
            <ac:picMk id="12" creationId="{E06BB708-2A6F-8850-88FE-C41AEC89FB75}"/>
          </ac:picMkLst>
        </pc:picChg>
        <pc:picChg chg="add mod">
          <ac:chgData name="Corbin Ferguson" userId="34a864e2-e65e-4cb2-823c-dc28f73f0e40" providerId="ADAL" clId="{8D2D96CF-1319-4CCC-9EA9-073445628049}" dt="2026-03-30T13:17:59.804" v="4573" actId="1038"/>
          <ac:picMkLst>
            <pc:docMk/>
            <pc:sldMk cId="1111137208" sldId="2146848334"/>
            <ac:picMk id="18" creationId="{E002A1E3-8FC1-01E9-E60A-8E5850E50E0F}"/>
          </ac:picMkLst>
        </pc:picChg>
        <pc:picChg chg="add mod">
          <ac:chgData name="Corbin Ferguson" userId="34a864e2-e65e-4cb2-823c-dc28f73f0e40" providerId="ADAL" clId="{8D2D96CF-1319-4CCC-9EA9-073445628049}" dt="2026-03-30T13:17:49.277" v="4562" actId="1038"/>
          <ac:picMkLst>
            <pc:docMk/>
            <pc:sldMk cId="1111137208" sldId="2146848334"/>
            <ac:picMk id="20" creationId="{0181E8D7-18F1-7A3F-D74B-8A2D8979568E}"/>
          </ac:picMkLst>
        </pc:picChg>
        <pc:picChg chg="add mod">
          <ac:chgData name="Corbin Ferguson" userId="34a864e2-e65e-4cb2-823c-dc28f73f0e40" providerId="ADAL" clId="{8D2D96CF-1319-4CCC-9EA9-073445628049}" dt="2026-03-30T13:17:15.849" v="4438" actId="1076"/>
          <ac:picMkLst>
            <pc:docMk/>
            <pc:sldMk cId="1111137208" sldId="2146848334"/>
            <ac:picMk id="22" creationId="{F6187785-C299-FF92-CA26-1C2CF6062006}"/>
          </ac:picMkLst>
        </pc:picChg>
        <pc:picChg chg="add mod">
          <ac:chgData name="Corbin Ferguson" userId="34a864e2-e65e-4cb2-823c-dc28f73f0e40" providerId="ADAL" clId="{8D2D96CF-1319-4CCC-9EA9-073445628049}" dt="2026-03-30T13:17:28.447" v="4514" actId="1038"/>
          <ac:picMkLst>
            <pc:docMk/>
            <pc:sldMk cId="1111137208" sldId="2146848334"/>
            <ac:picMk id="24" creationId="{0D8B0675-1901-CC41-0471-210D7299F6DD}"/>
          </ac:picMkLst>
        </pc:picChg>
        <pc:picChg chg="add mod">
          <ac:chgData name="Corbin Ferguson" userId="34a864e2-e65e-4cb2-823c-dc28f73f0e40" providerId="ADAL" clId="{8D2D96CF-1319-4CCC-9EA9-073445628049}" dt="2026-03-30T13:17:49.277" v="4562" actId="1038"/>
          <ac:picMkLst>
            <pc:docMk/>
            <pc:sldMk cId="1111137208" sldId="2146848334"/>
            <ac:picMk id="26" creationId="{62070A87-CDD3-5AC1-C3F9-58BA5F923CF0}"/>
          </ac:picMkLst>
        </pc:picChg>
      </pc:sldChg>
      <pc:sldChg chg="addSp delSp modSp new mod modTransition">
        <pc:chgData name="Corbin Ferguson" userId="34a864e2-e65e-4cb2-823c-dc28f73f0e40" providerId="ADAL" clId="{8D2D96CF-1319-4CCC-9EA9-073445628049}" dt="2026-03-31T20:35:44.222" v="10649" actId="20577"/>
        <pc:sldMkLst>
          <pc:docMk/>
          <pc:sldMk cId="1311398929" sldId="2146848335"/>
        </pc:sldMkLst>
        <pc:spChg chg="del">
          <ac:chgData name="Corbin Ferguson" userId="34a864e2-e65e-4cb2-823c-dc28f73f0e40" providerId="ADAL" clId="{8D2D96CF-1319-4CCC-9EA9-073445628049}" dt="2026-03-31T12:53:30.394" v="8123" actId="26606"/>
          <ac:spMkLst>
            <pc:docMk/>
            <pc:sldMk cId="1311398929" sldId="2146848335"/>
            <ac:spMk id="2" creationId="{307EA481-8A7B-098C-95A5-8FC6C72157B2}"/>
          </ac:spMkLst>
        </pc:spChg>
        <pc:spChg chg="mod">
          <ac:chgData name="Corbin Ferguson" userId="34a864e2-e65e-4cb2-823c-dc28f73f0e40" providerId="ADAL" clId="{8D2D96CF-1319-4CCC-9EA9-073445628049}" dt="2026-03-31T12:53:30.394" v="8123" actId="26606"/>
          <ac:spMkLst>
            <pc:docMk/>
            <pc:sldMk cId="1311398929" sldId="2146848335"/>
            <ac:spMk id="3" creationId="{EB6FB79B-8ABC-218A-B905-F6EA441DAD73}"/>
          </ac:spMkLst>
        </pc:spChg>
        <pc:spChg chg="del">
          <ac:chgData name="Corbin Ferguson" userId="34a864e2-e65e-4cb2-823c-dc28f73f0e40" providerId="ADAL" clId="{8D2D96CF-1319-4CCC-9EA9-073445628049}" dt="2026-03-31T12:53:30.394" v="8123" actId="26606"/>
          <ac:spMkLst>
            <pc:docMk/>
            <pc:sldMk cId="1311398929" sldId="2146848335"/>
            <ac:spMk id="4" creationId="{CBDFF2FB-D379-9597-3183-FAF164BC83A1}"/>
          </ac:spMkLst>
        </pc:spChg>
        <pc:spChg chg="del">
          <ac:chgData name="Corbin Ferguson" userId="34a864e2-e65e-4cb2-823c-dc28f73f0e40" providerId="ADAL" clId="{8D2D96CF-1319-4CCC-9EA9-073445628049}" dt="2026-03-31T12:53:30.394" v="8123" actId="26606"/>
          <ac:spMkLst>
            <pc:docMk/>
            <pc:sldMk cId="1311398929" sldId="2146848335"/>
            <ac:spMk id="5" creationId="{5A592BAF-5935-6514-C7B9-0248CCAA07E9}"/>
          </ac:spMkLst>
        </pc:spChg>
        <pc:spChg chg="mod">
          <ac:chgData name="Corbin Ferguson" userId="34a864e2-e65e-4cb2-823c-dc28f73f0e40" providerId="ADAL" clId="{8D2D96CF-1319-4CCC-9EA9-073445628049}" dt="2026-03-31T12:53:30.394" v="8123" actId="26606"/>
          <ac:spMkLst>
            <pc:docMk/>
            <pc:sldMk cId="1311398929" sldId="2146848335"/>
            <ac:spMk id="6" creationId="{6EACB492-E65F-C15E-A67C-498249C527CB}"/>
          </ac:spMkLst>
        </pc:spChg>
        <pc:spChg chg="mod">
          <ac:chgData name="Corbin Ferguson" userId="34a864e2-e65e-4cb2-823c-dc28f73f0e40" providerId="ADAL" clId="{8D2D96CF-1319-4CCC-9EA9-073445628049}" dt="2026-03-31T12:53:30.394" v="8123" actId="26606"/>
          <ac:spMkLst>
            <pc:docMk/>
            <pc:sldMk cId="1311398929" sldId="2146848335"/>
            <ac:spMk id="7" creationId="{6248CF65-0587-F225-E8E1-4881A1DE0251}"/>
          </ac:spMkLst>
        </pc:spChg>
        <pc:spChg chg="add mod">
          <ac:chgData name="Corbin Ferguson" userId="34a864e2-e65e-4cb2-823c-dc28f73f0e40" providerId="ADAL" clId="{8D2D96CF-1319-4CCC-9EA9-073445628049}" dt="2026-03-31T13:08:35.795" v="9112" actId="20577"/>
          <ac:spMkLst>
            <pc:docMk/>
            <pc:sldMk cId="1311398929" sldId="2146848335"/>
            <ac:spMk id="14" creationId="{F9CABB68-B9AE-E538-B290-526A0808696E}"/>
          </ac:spMkLst>
        </pc:spChg>
        <pc:spChg chg="add del">
          <ac:chgData name="Corbin Ferguson" userId="34a864e2-e65e-4cb2-823c-dc28f73f0e40" providerId="ADAL" clId="{8D2D96CF-1319-4CCC-9EA9-073445628049}" dt="2026-03-31T12:54:48.100" v="8150" actId="26606"/>
          <ac:spMkLst>
            <pc:docMk/>
            <pc:sldMk cId="1311398929" sldId="2146848335"/>
            <ac:spMk id="16" creationId="{B4E16C49-D08E-4FB3-1D2D-6FCB391B1F90}"/>
          </ac:spMkLst>
        </pc:spChg>
        <pc:spChg chg="add del">
          <ac:chgData name="Corbin Ferguson" userId="34a864e2-e65e-4cb2-823c-dc28f73f0e40" providerId="ADAL" clId="{8D2D96CF-1319-4CCC-9EA9-073445628049}" dt="2026-03-31T12:56:22.412" v="8154" actId="26606"/>
          <ac:spMkLst>
            <pc:docMk/>
            <pc:sldMk cId="1311398929" sldId="2146848335"/>
            <ac:spMk id="21" creationId="{6B4F8DF1-4549-2E0F-1CB9-6FCE77E07271}"/>
          </ac:spMkLst>
        </pc:spChg>
        <pc:spChg chg="add mod">
          <ac:chgData name="Corbin Ferguson" userId="34a864e2-e65e-4cb2-823c-dc28f73f0e40" providerId="ADAL" clId="{8D2D96CF-1319-4CCC-9EA9-073445628049}" dt="2026-03-31T20:35:44.222" v="10649" actId="20577"/>
          <ac:spMkLst>
            <pc:docMk/>
            <pc:sldMk cId="1311398929" sldId="2146848335"/>
            <ac:spMk id="26" creationId="{ED360616-AB19-F180-EAE4-E484295C9E7C}"/>
          </ac:spMkLst>
        </pc:spChg>
        <pc:picChg chg="add del mod ord">
          <ac:chgData name="Corbin Ferguson" userId="34a864e2-e65e-4cb2-823c-dc28f73f0e40" providerId="ADAL" clId="{8D2D96CF-1319-4CCC-9EA9-073445628049}" dt="2026-03-31T12:54:43.936" v="8148" actId="478"/>
          <ac:picMkLst>
            <pc:docMk/>
            <pc:sldMk cId="1311398929" sldId="2146848335"/>
            <ac:picMk id="9" creationId="{0C2D92A0-2DC3-03AB-35A2-D42C774374B4}"/>
          </ac:picMkLst>
        </pc:picChg>
        <pc:picChg chg="add del mod ord">
          <ac:chgData name="Corbin Ferguson" userId="34a864e2-e65e-4cb2-823c-dc28f73f0e40" providerId="ADAL" clId="{8D2D96CF-1319-4CCC-9EA9-073445628049}" dt="2026-03-31T12:56:18.774" v="8151" actId="478"/>
          <ac:picMkLst>
            <pc:docMk/>
            <pc:sldMk cId="1311398929" sldId="2146848335"/>
            <ac:picMk id="11" creationId="{9C395893-10CB-DC77-C78E-1BD27244003D}"/>
          </ac:picMkLst>
        </pc:picChg>
        <pc:picChg chg="add del mod ord">
          <ac:chgData name="Corbin Ferguson" userId="34a864e2-e65e-4cb2-823c-dc28f73f0e40" providerId="ADAL" clId="{8D2D96CF-1319-4CCC-9EA9-073445628049}" dt="2026-03-31T15:33:04.581" v="10502" actId="478"/>
          <ac:picMkLst>
            <pc:docMk/>
            <pc:sldMk cId="1311398929" sldId="2146848335"/>
            <ac:picMk id="13" creationId="{AFD30484-7327-2EF8-F791-E8AF4C39BD5C}"/>
          </ac:picMkLst>
        </pc:picChg>
        <pc:picChg chg="add mod ord">
          <ac:chgData name="Corbin Ferguson" userId="34a864e2-e65e-4cb2-823c-dc28f73f0e40" providerId="ADAL" clId="{8D2D96CF-1319-4CCC-9EA9-073445628049}" dt="2026-03-31T15:33:16.108" v="10508" actId="26606"/>
          <ac:picMkLst>
            <pc:docMk/>
            <pc:sldMk cId="1311398929" sldId="2146848335"/>
            <ac:picMk id="17" creationId="{07E999BB-F871-651D-2CBB-38D8B9FA34BA}"/>
          </ac:picMkLst>
        </pc:picChg>
      </pc:sldChg>
      <pc:sldChg chg="addSp delSp modSp new mod modTransition">
        <pc:chgData name="Corbin Ferguson" userId="34a864e2-e65e-4cb2-823c-dc28f73f0e40" providerId="ADAL" clId="{8D2D96CF-1319-4CCC-9EA9-073445628049}" dt="2026-03-31T15:33:43.051" v="10516" actId="26606"/>
        <pc:sldMkLst>
          <pc:docMk/>
          <pc:sldMk cId="156436412" sldId="2146848336"/>
        </pc:sldMkLst>
        <pc:spChg chg="mod">
          <ac:chgData name="Corbin Ferguson" userId="34a864e2-e65e-4cb2-823c-dc28f73f0e40" providerId="ADAL" clId="{8D2D96CF-1319-4CCC-9EA9-073445628049}" dt="2026-03-31T13:09:03.398" v="9156" actId="20577"/>
          <ac:spMkLst>
            <pc:docMk/>
            <pc:sldMk cId="156436412" sldId="2146848336"/>
            <ac:spMk id="2" creationId="{AB5A488E-0AA3-C6FF-749A-872D6735F6D7}"/>
          </ac:spMkLst>
        </pc:spChg>
        <pc:spChg chg="mod">
          <ac:chgData name="Corbin Ferguson" userId="34a864e2-e65e-4cb2-823c-dc28f73f0e40" providerId="ADAL" clId="{8D2D96CF-1319-4CCC-9EA9-073445628049}" dt="2026-03-31T12:58:01.767" v="8195" actId="26606"/>
          <ac:spMkLst>
            <pc:docMk/>
            <pc:sldMk cId="156436412" sldId="2146848336"/>
            <ac:spMk id="3" creationId="{76C10641-AB06-B16E-E876-208796D7189F}"/>
          </ac:spMkLst>
        </pc:spChg>
        <pc:spChg chg="del">
          <ac:chgData name="Corbin Ferguson" userId="34a864e2-e65e-4cb2-823c-dc28f73f0e40" providerId="ADAL" clId="{8D2D96CF-1319-4CCC-9EA9-073445628049}" dt="2026-03-31T12:58:01.767" v="8195" actId="26606"/>
          <ac:spMkLst>
            <pc:docMk/>
            <pc:sldMk cId="156436412" sldId="2146848336"/>
            <ac:spMk id="4" creationId="{C32C8868-731D-66B0-539B-DE0B977ACEC6}"/>
          </ac:spMkLst>
        </pc:spChg>
        <pc:spChg chg="del">
          <ac:chgData name="Corbin Ferguson" userId="34a864e2-e65e-4cb2-823c-dc28f73f0e40" providerId="ADAL" clId="{8D2D96CF-1319-4CCC-9EA9-073445628049}" dt="2026-03-31T12:58:01.767" v="8195" actId="26606"/>
          <ac:spMkLst>
            <pc:docMk/>
            <pc:sldMk cId="156436412" sldId="2146848336"/>
            <ac:spMk id="5" creationId="{C930D4E2-5478-323D-5A28-BF7A4E79C9EA}"/>
          </ac:spMkLst>
        </pc:spChg>
        <pc:spChg chg="mod">
          <ac:chgData name="Corbin Ferguson" userId="34a864e2-e65e-4cb2-823c-dc28f73f0e40" providerId="ADAL" clId="{8D2D96CF-1319-4CCC-9EA9-073445628049}" dt="2026-03-31T12:58:01.767" v="8195" actId="26606"/>
          <ac:spMkLst>
            <pc:docMk/>
            <pc:sldMk cId="156436412" sldId="2146848336"/>
            <ac:spMk id="6" creationId="{D74F1018-8A14-75DA-38CE-3C429B5E9B07}"/>
          </ac:spMkLst>
        </pc:spChg>
        <pc:spChg chg="mod">
          <ac:chgData name="Corbin Ferguson" userId="34a864e2-e65e-4cb2-823c-dc28f73f0e40" providerId="ADAL" clId="{8D2D96CF-1319-4CCC-9EA9-073445628049}" dt="2026-03-31T12:58:01.767" v="8195" actId="26606"/>
          <ac:spMkLst>
            <pc:docMk/>
            <pc:sldMk cId="156436412" sldId="2146848336"/>
            <ac:spMk id="7" creationId="{61B6D1AF-DF86-37A8-00C7-BCEEFF945ED2}"/>
          </ac:spMkLst>
        </pc:spChg>
        <pc:spChg chg="add mod">
          <ac:chgData name="Corbin Ferguson" userId="34a864e2-e65e-4cb2-823c-dc28f73f0e40" providerId="ADAL" clId="{8D2D96CF-1319-4CCC-9EA9-073445628049}" dt="2026-03-31T15:33:43.051" v="10516" actId="26606"/>
          <ac:spMkLst>
            <pc:docMk/>
            <pc:sldMk cId="156436412" sldId="2146848336"/>
            <ac:spMk id="14" creationId="{79AF265C-42E8-C545-68A1-2F3A0E60B9FC}"/>
          </ac:spMkLst>
        </pc:spChg>
        <pc:picChg chg="add del mod ord">
          <ac:chgData name="Corbin Ferguson" userId="34a864e2-e65e-4cb2-823c-dc28f73f0e40" providerId="ADAL" clId="{8D2D96CF-1319-4CCC-9EA9-073445628049}" dt="2026-03-31T15:33:31.860" v="10514" actId="478"/>
          <ac:picMkLst>
            <pc:docMk/>
            <pc:sldMk cId="156436412" sldId="2146848336"/>
            <ac:picMk id="9" creationId="{9E782A90-606C-B8FC-5DCD-B4609AECF711}"/>
          </ac:picMkLst>
        </pc:picChg>
        <pc:picChg chg="add mod ord">
          <ac:chgData name="Corbin Ferguson" userId="34a864e2-e65e-4cb2-823c-dc28f73f0e40" providerId="ADAL" clId="{8D2D96CF-1319-4CCC-9EA9-073445628049}" dt="2026-03-31T15:33:43.051" v="10516" actId="26606"/>
          <ac:picMkLst>
            <pc:docMk/>
            <pc:sldMk cId="156436412" sldId="2146848336"/>
            <ac:picMk id="11" creationId="{B46A16E4-8866-CF99-290D-B3D2521747BE}"/>
          </ac:picMkLst>
        </pc:picChg>
      </pc:sldChg>
      <pc:sldMasterChg chg="modTransition modSldLayout">
        <pc:chgData name="Corbin Ferguson" userId="34a864e2-e65e-4cb2-823c-dc28f73f0e40" providerId="ADAL" clId="{8D2D96CF-1319-4CCC-9EA9-073445628049}" dt="2026-03-30T15:49:29.956" v="7776"/>
        <pc:sldMasterMkLst>
          <pc:docMk/>
          <pc:sldMasterMk cId="0" sldId="2147483648"/>
        </pc:sldMasterMkLst>
        <pc:sldLayoutChg chg="modTransition">
          <pc:chgData name="Corbin Ferguson" userId="34a864e2-e65e-4cb2-823c-dc28f73f0e40" providerId="ADAL" clId="{8D2D96CF-1319-4CCC-9EA9-073445628049}" dt="2026-03-30T15:49:29.956" v="7776"/>
          <pc:sldLayoutMkLst>
            <pc:docMk/>
            <pc:sldMasterMk cId="0" sldId="2147483648"/>
            <pc:sldLayoutMk cId="0" sldId="2147483650"/>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5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5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5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0" sldId="2147483668"/>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735414751" sldId="214748367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572424781" sldId="214748367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538325891" sldId="214748367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931546468" sldId="214748367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203306586" sldId="2147483677"/>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4118080308" sldId="2147483678"/>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541395103" sldId="2147483679"/>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028183380" sldId="2147483681"/>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977880395" sldId="214748368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460028210" sldId="214748368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717995430" sldId="214748368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449859032" sldId="214748368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412056156" sldId="214748368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307918987" sldId="2147483687"/>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824204192" sldId="2147483688"/>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750225736" sldId="2147483689"/>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416353983" sldId="2147483690"/>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567151244" sldId="2147483691"/>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3273470629" sldId="2147483692"/>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899403733" sldId="2147483693"/>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770613203" sldId="2147483694"/>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1802698691" sldId="2147483695"/>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4054434344" sldId="2147483696"/>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989977907" sldId="2147483697"/>
          </pc:sldLayoutMkLst>
        </pc:sldLayoutChg>
        <pc:sldLayoutChg chg="modTransition">
          <pc:chgData name="Corbin Ferguson" userId="34a864e2-e65e-4cb2-823c-dc28f73f0e40" providerId="ADAL" clId="{8D2D96CF-1319-4CCC-9EA9-073445628049}" dt="2026-03-30T15:49:29.956" v="7776"/>
          <pc:sldLayoutMkLst>
            <pc:docMk/>
            <pc:sldMasterMk cId="0" sldId="2147483648"/>
            <pc:sldLayoutMk cId="2407958056" sldId="2147483698"/>
          </pc:sldLayoutMkLst>
        </pc:sldLayoutChg>
      </pc:sldMasterChg>
    </pc:docChg>
  </pc:docChgLst>
</pc:chgInfo>
</file>

<file path=ppt/comments/modernComment_7FF64E2C_E0829901.xml><?xml version="1.0" encoding="utf-8"?>
<p188:cmLst xmlns:a="http://schemas.openxmlformats.org/drawingml/2006/main" xmlns:r="http://schemas.openxmlformats.org/officeDocument/2006/relationships" xmlns:p188="http://schemas.microsoft.com/office/powerpoint/2018/8/main">
  <p188:cm id="{556C706D-509E-4C8A-87BA-280BEA73EA40}" authorId="{C5CB79AA-8EBF-1E57-EC02-8B657B2EB377}" status="resolved" created="2026-03-16T15:13:51.405" complete="100000">
    <pc:sldMkLst xmlns:pc="http://schemas.microsoft.com/office/powerpoint/2013/main/command">
      <pc:docMk/>
      <pc:sldMk cId="3766655233" sldId="2146848300"/>
    </pc:sldMkLst>
    <p188:txBody>
      <a:bodyPr/>
      <a:lstStyle/>
      <a:p>
        <a:r>
          <a:rPr lang="en-US"/>
          <a:t>If there continues to be failing tests, highlight why. Explain why the 1 test is skipped</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0"/>
            <a:ext cx="2946400" cy="496888"/>
          </a:xfrm>
          <a:prstGeom prst="rect">
            <a:avLst/>
          </a:prstGeom>
        </p:spPr>
        <p:txBody>
          <a:bodyPr vert="horz" lIns="91440" tIns="45720" rIns="91440" bIns="45720" rtlCol="0"/>
          <a:lstStyle>
            <a:lvl1pPr algn="l">
              <a:defRPr sz="1200"/>
            </a:lvl1pPr>
          </a:lstStyle>
          <a:p>
            <a:endParaRPr lang="en-US" dirty="0"/>
          </a:p>
        </p:txBody>
      </p:sp>
      <p:sp>
        <p:nvSpPr>
          <p:cNvPr id="7" name="Footer Placeholder 6"/>
          <p:cNvSpPr>
            <a:spLocks noGrp="1"/>
          </p:cNvSpPr>
          <p:nvPr>
            <p:ph type="ftr" sz="quarter" idx="2"/>
          </p:nvPr>
        </p:nvSpPr>
        <p:spPr>
          <a:xfrm>
            <a:off x="0" y="9428163"/>
            <a:ext cx="2946400" cy="496887"/>
          </a:xfrm>
          <a:prstGeom prst="rect">
            <a:avLst/>
          </a:prstGeom>
        </p:spPr>
        <p:txBody>
          <a:bodyPr vert="horz" lIns="91440" tIns="45720" rIns="91440" bIns="45720" rtlCol="0" anchor="b"/>
          <a:lstStyle>
            <a:lvl1pPr algn="l">
              <a:defRPr sz="1200"/>
            </a:lvl1pPr>
          </a:lstStyle>
          <a:p>
            <a:endParaRPr lang="en-US" dirty="0"/>
          </a:p>
        </p:txBody>
      </p:sp>
      <p:sp>
        <p:nvSpPr>
          <p:cNvPr id="8" name="Date Placeholder 7"/>
          <p:cNvSpPr>
            <a:spLocks noGrp="1"/>
          </p:cNvSpPr>
          <p:nvPr>
            <p:ph type="dt" sz="quarter" idx="1"/>
          </p:nvPr>
        </p:nvSpPr>
        <p:spPr>
          <a:xfrm>
            <a:off x="3852863" y="0"/>
            <a:ext cx="2946400" cy="496888"/>
          </a:xfrm>
          <a:prstGeom prst="rect">
            <a:avLst/>
          </a:prstGeom>
        </p:spPr>
        <p:txBody>
          <a:bodyPr vert="horz" lIns="91440" tIns="45720" rIns="91440" bIns="45720" rtlCol="0"/>
          <a:lstStyle>
            <a:lvl1pPr algn="r">
              <a:defRPr sz="1200"/>
            </a:lvl1pPr>
          </a:lstStyle>
          <a:p>
            <a:fld id="{54AB45C9-81B3-4A94-8767-58F068DAE020}" type="datetimeFigureOut">
              <a:rPr lang="en-US" smtClean="0"/>
              <a:t>3/31/2026</a:t>
            </a:fld>
            <a:endParaRPr lang="en-US" dirty="0"/>
          </a:p>
        </p:txBody>
      </p:sp>
      <p:sp>
        <p:nvSpPr>
          <p:cNvPr id="9" name="Slide Number Placeholder 8"/>
          <p:cNvSpPr>
            <a:spLocks noGrp="1"/>
          </p:cNvSpPr>
          <p:nvPr>
            <p:ph type="sldNum" sz="quarter" idx="3"/>
          </p:nvPr>
        </p:nvSpPr>
        <p:spPr>
          <a:xfrm>
            <a:off x="3852863" y="9428163"/>
            <a:ext cx="2946400" cy="496887"/>
          </a:xfrm>
          <a:prstGeom prst="rect">
            <a:avLst/>
          </a:prstGeom>
        </p:spPr>
        <p:txBody>
          <a:bodyPr vert="horz" lIns="91440" tIns="45720" rIns="91440" bIns="45720" rtlCol="0" anchor="b"/>
          <a:lstStyle>
            <a:lvl1pPr algn="r">
              <a:defRPr sz="1200"/>
            </a:lvl1pPr>
          </a:lstStyle>
          <a:p>
            <a:fld id="{76109B46-CBCC-4BDD-A65B-1107FD00FF42}" type="slidenum">
              <a:rPr lang="en-US" smtClean="0"/>
              <a:t>‹#›</a:t>
            </a:fld>
            <a:endParaRPr lang="en-US" dirty="0"/>
          </a:p>
        </p:txBody>
      </p:sp>
    </p:spTree>
    <p:extLst>
      <p:ext uri="{BB962C8B-B14F-4D97-AF65-F5344CB8AC3E}">
        <p14:creationId xmlns:p14="http://schemas.microsoft.com/office/powerpoint/2010/main" val="263781605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271463" y="44450"/>
            <a:ext cx="6234113" cy="403225"/>
          </a:xfrm>
          <a:prstGeom prst="rect">
            <a:avLst/>
          </a:prstGeom>
        </p:spPr>
        <p:txBody>
          <a:bodyPr vert="horz" wrap="none" lIns="91440" tIns="45720" rIns="91440" bIns="45720" rtlCol="0">
            <a:noAutofit/>
          </a:bodyPr>
          <a:lstStyle>
            <a:lvl1pPr algn="l">
              <a:defRPr sz="1800"/>
            </a:lvl1pPr>
          </a:lstStyle>
          <a:p>
            <a:r>
              <a:rPr lang="en-US"/>
              <a:t>L5X Automation Build Tool</a:t>
            </a:r>
            <a:endParaRPr lang="en-US" dirty="0"/>
          </a:p>
        </p:txBody>
      </p:sp>
      <p:sp>
        <p:nvSpPr>
          <p:cNvPr id="3" name="Slide Image Placeholder 2"/>
          <p:cNvSpPr>
            <a:spLocks noGrp="1" noRot="1" noChangeAspect="1"/>
          </p:cNvSpPr>
          <p:nvPr>
            <p:ph type="sldImg" idx="2"/>
          </p:nvPr>
        </p:nvSpPr>
        <p:spPr>
          <a:xfrm>
            <a:off x="295611" y="3835400"/>
            <a:ext cx="6224116" cy="3501065"/>
          </a:xfrm>
          <a:prstGeom prst="rect">
            <a:avLst/>
          </a:prstGeom>
          <a:noFill/>
          <a:ln w="12700">
            <a:solidFill>
              <a:prstClr val="black"/>
            </a:solidFill>
          </a:ln>
        </p:spPr>
        <p:txBody>
          <a:bodyPr vert="horz" lIns="91440" tIns="45720" rIns="91440" bIns="45720" rtlCol="0" anchor="ctr"/>
          <a:lstStyle/>
          <a:p>
            <a:endParaRPr lang="en-US" noProof="0"/>
          </a:p>
        </p:txBody>
      </p:sp>
      <p:sp>
        <p:nvSpPr>
          <p:cNvPr id="4" name="Footer Placeholder 3"/>
          <p:cNvSpPr>
            <a:spLocks noGrp="1"/>
          </p:cNvSpPr>
          <p:nvPr>
            <p:ph type="ftr" sz="quarter" idx="4"/>
          </p:nvPr>
        </p:nvSpPr>
        <p:spPr>
          <a:xfrm>
            <a:off x="1446281" y="9582622"/>
            <a:ext cx="3908288" cy="230832"/>
          </a:xfrm>
          <a:prstGeom prst="rect">
            <a:avLst/>
          </a:prstGeom>
        </p:spPr>
        <p:txBody>
          <a:bodyPr vert="horz" wrap="square" lIns="91440" tIns="45720" rIns="91440" bIns="45720" rtlCol="0" anchor="ctr">
            <a:noAutofit/>
          </a:bodyPr>
          <a:lstStyle>
            <a:lvl1pPr algn="ctr">
              <a:defRPr sz="900"/>
            </a:lvl1pPr>
          </a:lstStyle>
          <a:p>
            <a:r>
              <a:rPr lang="en-US"/>
              <a:t>Insert footer information</a:t>
            </a:r>
            <a:endParaRPr lang="en-US" dirty="0"/>
          </a:p>
        </p:txBody>
      </p:sp>
      <p:sp>
        <p:nvSpPr>
          <p:cNvPr id="5" name="Slide Number Placeholder 4"/>
          <p:cNvSpPr>
            <a:spLocks noGrp="1"/>
          </p:cNvSpPr>
          <p:nvPr>
            <p:ph type="sldNum" sz="quarter" idx="5"/>
          </p:nvPr>
        </p:nvSpPr>
        <p:spPr>
          <a:xfrm>
            <a:off x="6273443" y="9582622"/>
            <a:ext cx="209352" cy="230832"/>
          </a:xfrm>
          <a:prstGeom prst="rect">
            <a:avLst/>
          </a:prstGeom>
        </p:spPr>
        <p:txBody>
          <a:bodyPr vert="horz" wrap="none" lIns="91440" tIns="45720" rIns="0" bIns="45720" rtlCol="0" anchor="ctr">
            <a:noAutofit/>
          </a:bodyPr>
          <a:lstStyle>
            <a:lvl1pPr algn="r">
              <a:defRPr sz="900"/>
            </a:lvl1pPr>
          </a:lstStyle>
          <a:p>
            <a:fld id="{C6E303EA-09C3-495B-8565-6524796C22FB}" type="slidenum">
              <a:rPr lang="en-US" noProof="0" smtClean="0"/>
              <a:pPr/>
              <a:t>‹#›</a:t>
            </a:fld>
            <a:endParaRPr lang="en-US" noProof="0" dirty="0"/>
          </a:p>
        </p:txBody>
      </p:sp>
      <p:sp>
        <p:nvSpPr>
          <p:cNvPr id="6" name="Notes Placeholder 5"/>
          <p:cNvSpPr>
            <a:spLocks noGrp="1"/>
          </p:cNvSpPr>
          <p:nvPr>
            <p:ph type="body" sz="quarter" idx="3"/>
          </p:nvPr>
        </p:nvSpPr>
        <p:spPr>
          <a:xfrm>
            <a:off x="271463" y="530225"/>
            <a:ext cx="6234112" cy="3068638"/>
          </a:xfrm>
          <a:prstGeom prst="rect">
            <a:avLst/>
          </a:prstGeom>
        </p:spPr>
        <p:txBody>
          <a:bodyPr vert="horz" lIns="91440" tIns="45720" rIns="91440" bIns="45720" rtlCol="0"/>
          <a:lstStyle/>
          <a:p>
            <a:pPr lvl="0"/>
            <a:r>
              <a:rPr lang="en-US" noProof="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7" name="Date Placeholder 6"/>
          <p:cNvSpPr>
            <a:spLocks noGrp="1"/>
          </p:cNvSpPr>
          <p:nvPr>
            <p:ph type="dt" idx="1"/>
          </p:nvPr>
        </p:nvSpPr>
        <p:spPr>
          <a:xfrm>
            <a:off x="274638" y="9588029"/>
            <a:ext cx="1127125" cy="225425"/>
          </a:xfrm>
          <a:prstGeom prst="rect">
            <a:avLst/>
          </a:prstGeom>
        </p:spPr>
        <p:txBody>
          <a:bodyPr vert="horz" wrap="none" lIns="91440" tIns="45720" rIns="91440" bIns="45720" rtlCol="0" anchor="ctr">
            <a:noAutofit/>
          </a:bodyPr>
          <a:lstStyle>
            <a:lvl1pPr algn="l">
              <a:defRPr sz="900"/>
            </a:lvl1pPr>
          </a:lstStyle>
          <a:p>
            <a:fld id="{7305D29C-7523-4ABE-8CB4-FD5FDA2414D8}" type="datetimeFigureOut">
              <a:rPr lang="en-US" noProof="0" smtClean="0"/>
              <a:pPr/>
              <a:t>3/31/2026</a:t>
            </a:fld>
            <a:endParaRPr lang="en-US" noProof="0" dirty="0"/>
          </a:p>
        </p:txBody>
      </p:sp>
      <p:sp>
        <p:nvSpPr>
          <p:cNvPr id="9" name="Text Box 12"/>
          <p:cNvSpPr txBox="1">
            <a:spLocks noChangeArrowheads="1"/>
          </p:cNvSpPr>
          <p:nvPr/>
        </p:nvSpPr>
        <p:spPr bwMode="auto">
          <a:xfrm>
            <a:off x="274638" y="8781580"/>
            <a:ext cx="6324600" cy="796279"/>
          </a:xfrm>
          <a:prstGeom prst="rect">
            <a:avLst/>
          </a:prstGeom>
          <a:noFill/>
          <a:ln w="12700" cap="sq">
            <a:noFill/>
            <a:miter lim="800000"/>
            <a:headEnd type="none" w="sm" len="sm"/>
            <a:tailEnd type="none" w="sm" len="sm"/>
          </a:ln>
          <a:effectLst/>
        </p:spPr>
        <p:txBody>
          <a:bodyPr lIns="90078" tIns="45039" rIns="90078" bIns="45039" anchor="ctr">
            <a:spAutoFit/>
          </a:bodyPr>
          <a:lstStyle/>
          <a:p>
            <a:pPr defTabSz="900113" eaLnBrk="0" hangingPunct="0">
              <a:lnSpc>
                <a:spcPts val="1088"/>
              </a:lnSpc>
              <a:buFontTx/>
              <a:buChar char="-"/>
            </a:pPr>
            <a:r>
              <a:rPr lang="de-DE" sz="900" dirty="0">
                <a:latin typeface="E+H Serif" pitchFamily="18" charset="0"/>
              </a:rPr>
              <a:t> - - - - - - - - - - - - - - - - - - - - - - - - - - - - - - - - - - - - - - - - - - - - - - - - - - - - - - - - - - - - - - - - - - - - - - - - - - - - - - - - - - - - -</a:t>
            </a:r>
          </a:p>
          <a:p>
            <a:pPr defTabSz="900113" eaLnBrk="0" hangingPunct="0">
              <a:lnSpc>
                <a:spcPts val="1088"/>
              </a:lnSpc>
              <a:buFontTx/>
              <a:buChar char="-"/>
            </a:pPr>
            <a:endParaRPr lang="de-DE" sz="900" dirty="0">
              <a:latin typeface="E+H Serif" pitchFamily="18" charset="0"/>
            </a:endParaRPr>
          </a:p>
          <a:p>
            <a:pPr defTabSz="900113" eaLnBrk="0" hangingPunct="0">
              <a:lnSpc>
                <a:spcPts val="1088"/>
              </a:lnSpc>
              <a:buFontTx/>
              <a:buChar char="-"/>
            </a:pPr>
            <a:r>
              <a:rPr lang="de-DE" sz="900" dirty="0">
                <a:latin typeface="E+H Serif" pitchFamily="18" charset="0"/>
              </a:rPr>
              <a:t> - - - - - - - - - - - - - - - - - - - - - - - - - - - - - - - - - - - - - - - - - - - - - - - - - - - - - - - - - - - - - - - - - - - - - - - - - - - - - - - - - - - - -</a:t>
            </a:r>
          </a:p>
          <a:p>
            <a:pPr defTabSz="900113" eaLnBrk="0" hangingPunct="0">
              <a:lnSpc>
                <a:spcPts val="1088"/>
              </a:lnSpc>
              <a:buFontTx/>
              <a:buChar char="-"/>
            </a:pPr>
            <a:endParaRPr lang="de-DE" sz="900" dirty="0">
              <a:latin typeface="E+H Serif" pitchFamily="18" charset="0"/>
            </a:endParaRPr>
          </a:p>
          <a:p>
            <a:pPr defTabSz="900113" eaLnBrk="0" hangingPunct="0">
              <a:lnSpc>
                <a:spcPts val="1088"/>
              </a:lnSpc>
              <a:buFontTx/>
              <a:buChar char="-"/>
            </a:pPr>
            <a:r>
              <a:rPr lang="de-DE" sz="900" dirty="0">
                <a:latin typeface="E+H Serif" pitchFamily="18" charset="0"/>
              </a:rPr>
              <a:t> - - - - - - - - - - - - - - - - - - - - - - - - - - - - - - - - - - - - - - - - - - - - - - - - - - - - - - - - - - - - - - - - - - - - - - - - - - - - - - - - - - - - -</a:t>
            </a:r>
          </a:p>
        </p:txBody>
      </p:sp>
    </p:spTree>
    <p:extLst>
      <p:ext uri="{BB962C8B-B14F-4D97-AF65-F5344CB8AC3E}">
        <p14:creationId xmlns:p14="http://schemas.microsoft.com/office/powerpoint/2010/main" val="1986378672"/>
      </p:ext>
    </p:extLst>
  </p:cSld>
  <p:clrMap bg1="lt1" tx1="dk1" bg2="lt2" tx2="dk2" accent1="accent1" accent2="accent2" accent3="accent3" accent4="accent4" accent5="accent5" accent6="accent6" hlink="hlink" folHlink="folHlink"/>
  <p:hf ftr="0" dt="0"/>
  <p:notesStyle>
    <a:lvl1pPr algn="l" rtl="0" fontAlgn="base">
      <a:spcBef>
        <a:spcPct val="30000"/>
      </a:spcBef>
      <a:spcAft>
        <a:spcPct val="0"/>
      </a:spcAft>
      <a:defRPr sz="1200" kern="1200">
        <a:solidFill>
          <a:schemeClr val="tx1"/>
        </a:solidFill>
        <a:latin typeface="E+H Serif" pitchFamily="18" charset="0"/>
        <a:ea typeface="+mn-ea"/>
        <a:cs typeface="+mn-cs"/>
      </a:defRPr>
    </a:lvl1pPr>
    <a:lvl2pPr marL="361950" indent="0" algn="l" rtl="0" fontAlgn="base">
      <a:spcBef>
        <a:spcPct val="30000"/>
      </a:spcBef>
      <a:spcAft>
        <a:spcPct val="0"/>
      </a:spcAft>
      <a:defRPr sz="1200" kern="1200">
        <a:solidFill>
          <a:schemeClr val="tx1"/>
        </a:solidFill>
        <a:latin typeface="E+H Serif" pitchFamily="2" charset="0"/>
        <a:ea typeface="+mn-ea"/>
        <a:cs typeface="+mn-cs"/>
      </a:defRPr>
    </a:lvl2pPr>
    <a:lvl3pPr marL="712788" indent="0" algn="l" rtl="0" fontAlgn="base">
      <a:spcBef>
        <a:spcPct val="30000"/>
      </a:spcBef>
      <a:spcAft>
        <a:spcPct val="0"/>
      </a:spcAft>
      <a:defRPr sz="1200" kern="1200">
        <a:solidFill>
          <a:schemeClr val="tx1"/>
        </a:solidFill>
        <a:latin typeface="E+H Serif" pitchFamily="2" charset="0"/>
        <a:ea typeface="+mn-ea"/>
        <a:cs typeface="+mn-cs"/>
      </a:defRPr>
    </a:lvl3pPr>
    <a:lvl4pPr marL="1073150" indent="0" algn="l" rtl="0" fontAlgn="base">
      <a:spcBef>
        <a:spcPct val="30000"/>
      </a:spcBef>
      <a:spcAft>
        <a:spcPct val="0"/>
      </a:spcAft>
      <a:defRPr sz="1200" kern="1200">
        <a:solidFill>
          <a:schemeClr val="tx1"/>
        </a:solidFill>
        <a:latin typeface="E+H Serif" pitchFamily="2" charset="0"/>
        <a:ea typeface="+mn-ea"/>
        <a:cs typeface="+mn-cs"/>
      </a:defRPr>
    </a:lvl4pPr>
    <a:lvl5pPr marL="1435100" indent="0" algn="l" rtl="0" fontAlgn="base">
      <a:spcBef>
        <a:spcPct val="30000"/>
      </a:spcBef>
      <a:spcAft>
        <a:spcPct val="0"/>
      </a:spcAft>
      <a:defRPr sz="1200" kern="1200">
        <a:solidFill>
          <a:schemeClr val="tx1"/>
        </a:solidFill>
        <a:latin typeface="E+H Serif"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1" kern="1200" dirty="0">
                <a:solidFill>
                  <a:schemeClr val="tx1"/>
                </a:solidFill>
                <a:effectLst/>
                <a:latin typeface="E+H Serif" pitchFamily="18" charset="0"/>
                <a:ea typeface="+mn-ea"/>
                <a:cs typeface="+mn-cs"/>
              </a:rPr>
              <a:t>is Rockwell Automation’s main engineering and programming environment for controllers.</a:t>
            </a:r>
            <a:endParaRPr lang="en-US" sz="1200" b="0" i="0" kern="1200" dirty="0">
              <a:solidFill>
                <a:schemeClr val="tx1"/>
              </a:solidFill>
              <a:effectLst/>
              <a:latin typeface="E+H Serif" pitchFamily="18" charset="0"/>
              <a:ea typeface="+mn-ea"/>
              <a:cs typeface="+mn-cs"/>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1" kern="1200" dirty="0">
                <a:solidFill>
                  <a:schemeClr val="tx1"/>
                </a:solidFill>
                <a:effectLst/>
                <a:latin typeface="E+H Serif" pitchFamily="18" charset="0"/>
                <a:ea typeface="+mn-ea"/>
                <a:cs typeface="+mn-cs"/>
              </a:rPr>
              <a:t>It provides a single, scalable platform to configure, program, and maintain control systems within Rockwell’s Integrated Architecture.</a:t>
            </a:r>
            <a:r>
              <a:rPr lang="en-US" sz="1200" b="0" i="0" kern="1200" dirty="0">
                <a:solidFill>
                  <a:schemeClr val="tx1"/>
                </a:solidFill>
                <a:effectLst/>
                <a:latin typeface="E+H Serif" pitchFamily="18" charset="0"/>
                <a:ea typeface="+mn-ea"/>
                <a:cs typeface="+mn-cs"/>
              </a:rPr>
              <a:t> </a:t>
            </a:r>
            <a:r>
              <a:rPr lang="en-US" sz="1200" b="0" i="1" kern="1200" dirty="0">
                <a:solidFill>
                  <a:schemeClr val="tx1"/>
                </a:solidFill>
                <a:effectLst/>
                <a:latin typeface="E+H Serif" pitchFamily="18" charset="0"/>
                <a:ea typeface="+mn-ea"/>
                <a:cs typeface="+mn-cs"/>
              </a:rPr>
              <a:t>The software supports multiple programming languages—Ladder, Structured Text, Function Block, and Sequential Function Chart—within one unified design environment.</a:t>
            </a:r>
            <a:r>
              <a:rPr lang="en-US" sz="1200" b="0" i="0" kern="1200" dirty="0">
                <a:solidFill>
                  <a:schemeClr val="tx1"/>
                </a:solidFill>
                <a:effectLst/>
                <a:latin typeface="E+H Serif" pitchFamily="18" charset="0"/>
                <a:ea typeface="+mn-ea"/>
                <a:cs typeface="+mn-cs"/>
              </a:rPr>
              <a:t> </a:t>
            </a:r>
            <a:endParaRPr lang="en-US" sz="1200" b="0" i="0" u="none" strike="noStrike" kern="1200" dirty="0">
              <a:solidFill>
                <a:schemeClr val="tx1"/>
              </a:solidFill>
              <a:effectLst/>
              <a:latin typeface="E+H Serif" pitchFamily="18" charset="0"/>
              <a:ea typeface="+mn-ea"/>
              <a:cs typeface="+mn-cs"/>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1" kern="1200" dirty="0">
                <a:solidFill>
                  <a:schemeClr val="tx1"/>
                </a:solidFill>
                <a:effectLst/>
                <a:latin typeface="E+H Serif" pitchFamily="18" charset="0"/>
                <a:ea typeface="+mn-ea"/>
                <a:cs typeface="+mn-cs"/>
              </a:rPr>
              <a:t>Engineers use it to build I/O configurations, manage tags, develop logic routines, and integrate Rockwell hardware.</a:t>
            </a:r>
            <a:endParaRPr lang="en-US" sz="1200" b="0" i="0" kern="1200" dirty="0">
              <a:solidFill>
                <a:schemeClr val="tx1"/>
              </a:solidFill>
              <a:effectLst/>
              <a:latin typeface="E+H Serif" pitchFamily="18" charset="0"/>
              <a:ea typeface="+mn-ea"/>
              <a:cs typeface="+mn-cs"/>
            </a:endParaRPr>
          </a:p>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3</a:t>
            </a:fld>
            <a:endParaRPr lang="en-US" noProof="0" dirty="0"/>
          </a:p>
        </p:txBody>
      </p:sp>
    </p:spTree>
    <p:extLst>
      <p:ext uri="{BB962C8B-B14F-4D97-AF65-F5344CB8AC3E}">
        <p14:creationId xmlns:p14="http://schemas.microsoft.com/office/powerpoint/2010/main" val="42227874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These operations are the core of what the application needs to do.</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Modeled after CRUD operations for storage operation, as the application treats the L5X files almost like a database</a:t>
            </a: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b="0" i="0" kern="1200" dirty="0">
                <a:solidFill>
                  <a:schemeClr val="tx1"/>
                </a:solidFill>
                <a:effectLst/>
                <a:latin typeface="E+H Serif" pitchFamily="18" charset="0"/>
                <a:ea typeface="+mn-ea"/>
                <a:cs typeface="+mn-cs"/>
              </a:rPr>
              <a:t>Template library is partially implemented—architecture supports it, but library was not fully populated</a:t>
            </a:r>
          </a:p>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4</a:t>
            </a:fld>
            <a:endParaRPr lang="en-US" noProof="0" dirty="0"/>
          </a:p>
        </p:txBody>
      </p:sp>
    </p:spTree>
    <p:extLst>
      <p:ext uri="{BB962C8B-B14F-4D97-AF65-F5344CB8AC3E}">
        <p14:creationId xmlns:p14="http://schemas.microsoft.com/office/powerpoint/2010/main" val="20617334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Term 1 focused on application design and development, making the first draft of the demo to ensure a solid baseline.</a:t>
            </a:r>
          </a:p>
          <a:p>
            <a:r>
              <a:rPr lang="en-US" dirty="0"/>
              <a:t>Term 2 focused on refinements, developing a test suite and automating it, then utilizing that test suite for </a:t>
            </a:r>
            <a:r>
              <a:rPr lang="en-US" dirty="0" err="1"/>
              <a:t>bugfixing</a:t>
            </a:r>
            <a:r>
              <a:rPr lang="en-US" dirty="0"/>
              <a:t> and verification.</a:t>
            </a:r>
          </a:p>
          <a:p>
            <a:r>
              <a:rPr lang="en-US" dirty="0"/>
              <a:t>Early test development exposed issues with the structure of the application, prompting a refactor. Will go over details in later slide</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5</a:t>
            </a:fld>
            <a:endParaRPr lang="en-US" noProof="0" dirty="0"/>
          </a:p>
        </p:txBody>
      </p:sp>
    </p:spTree>
    <p:extLst>
      <p:ext uri="{BB962C8B-B14F-4D97-AF65-F5344CB8AC3E}">
        <p14:creationId xmlns:p14="http://schemas.microsoft.com/office/powerpoint/2010/main" val="34182620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The system was designed as a 3-tiered architecture. However, this design was largely incidental, and the system was not so much designed from the start with that in mind so much as it grew to reflect that as development went on. A 3 tiered system naturally handles the necessary interactions that the application performs with external elements, while keeping the core logic abstracted away from those external elements.</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6</a:t>
            </a:fld>
            <a:endParaRPr lang="en-US" noProof="0" dirty="0"/>
          </a:p>
        </p:txBody>
      </p:sp>
    </p:spTree>
    <p:extLst>
      <p:ext uri="{BB962C8B-B14F-4D97-AF65-F5344CB8AC3E}">
        <p14:creationId xmlns:p14="http://schemas.microsoft.com/office/powerpoint/2010/main" val="28929690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This is the entire flowchart for all user interactions in the application. However, due to the complexity we will focus on one sequence(New File). </a:t>
            </a:r>
          </a:p>
          <a:p>
            <a:r>
              <a:rPr lang="en-US" dirty="0"/>
              <a:t>We start with the “Main menu” that is the action select window.</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10</a:t>
            </a:fld>
            <a:endParaRPr lang="en-US" noProof="0" dirty="0"/>
          </a:p>
        </p:txBody>
      </p:sp>
    </p:spTree>
    <p:extLst>
      <p:ext uri="{BB962C8B-B14F-4D97-AF65-F5344CB8AC3E}">
        <p14:creationId xmlns:p14="http://schemas.microsoft.com/office/powerpoint/2010/main" val="14086808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The action select window presents the user with all the options that they can take, each press follows a sequence as seen in the initial GUI flowchart. We will follow the new file sequence, to overwrite the existing file being loaded, and create a new blank file. Because of templating, the default(and new) file is not a blank xml but instead a template of a file with no elements.</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11</a:t>
            </a:fld>
            <a:endParaRPr lang="en-US" noProof="0" dirty="0"/>
          </a:p>
        </p:txBody>
      </p:sp>
    </p:spTree>
    <p:extLst>
      <p:ext uri="{BB962C8B-B14F-4D97-AF65-F5344CB8AC3E}">
        <p14:creationId xmlns:p14="http://schemas.microsoft.com/office/powerpoint/2010/main" val="5444521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Shown in the GUI diagram below is the specific segment the code is currently waiting on, it will stay here until a user button press, and either move to a confirmation popup, or abort the sequence and return to the Action Select window</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12</a:t>
            </a:fld>
            <a:endParaRPr lang="en-US" noProof="0" dirty="0"/>
          </a:p>
        </p:txBody>
      </p:sp>
    </p:spTree>
    <p:extLst>
      <p:ext uri="{BB962C8B-B14F-4D97-AF65-F5344CB8AC3E}">
        <p14:creationId xmlns:p14="http://schemas.microsoft.com/office/powerpoint/2010/main" val="19053247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Shown above is the sequence after the user presses the New File button. </a:t>
            </a:r>
          </a:p>
          <a:p>
            <a:r>
              <a:rPr lang="en-US" dirty="0"/>
              <a:t>Standard to all sequences, when </a:t>
            </a:r>
            <a:r>
              <a:rPr lang="en-US" dirty="0" err="1"/>
              <a:t>actionSelect</a:t>
            </a:r>
            <a:r>
              <a:rPr lang="en-US" dirty="0"/>
              <a:t> detects a button press event, it calls the associated Execute function for that action. That Execute function then handles whatever internal actions it needs to before utilizing the </a:t>
            </a:r>
            <a:r>
              <a:rPr lang="en-US" dirty="0" err="1"/>
              <a:t>MessageService</a:t>
            </a:r>
            <a:r>
              <a:rPr lang="en-US" dirty="0"/>
              <a:t> class to prompt the user for inputs or action clarifications. In the functions that interact with elements this is often a type selection then a specific item selection.</a:t>
            </a:r>
            <a:br>
              <a:rPr lang="en-US" dirty="0"/>
            </a:br>
            <a:r>
              <a:rPr lang="en-US" dirty="0"/>
              <a:t>It then presents the window that needs the input, and the application waits for the user to press the input.</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13</a:t>
            </a:fld>
            <a:endParaRPr lang="en-US" noProof="0" dirty="0"/>
          </a:p>
        </p:txBody>
      </p:sp>
    </p:spTree>
    <p:extLst>
      <p:ext uri="{BB962C8B-B14F-4D97-AF65-F5344CB8AC3E}">
        <p14:creationId xmlns:p14="http://schemas.microsoft.com/office/powerpoint/2010/main" val="1731175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This is the window that the user sees. It is a default </a:t>
            </a:r>
            <a:r>
              <a:rPr lang="en-US" dirty="0" err="1"/>
              <a:t>MessageBox</a:t>
            </a:r>
            <a:r>
              <a:rPr lang="en-US" dirty="0"/>
              <a:t> popup that is windows controls, created with the default Forms class</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14</a:t>
            </a:fld>
            <a:endParaRPr lang="en-US" noProof="0" dirty="0"/>
          </a:p>
        </p:txBody>
      </p:sp>
    </p:spTree>
    <p:extLst>
      <p:ext uri="{BB962C8B-B14F-4D97-AF65-F5344CB8AC3E}">
        <p14:creationId xmlns:p14="http://schemas.microsoft.com/office/powerpoint/2010/main" val="3825567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15</a:t>
            </a:fld>
            <a:endParaRPr lang="en-US" noProof="0" dirty="0"/>
          </a:p>
        </p:txBody>
      </p:sp>
    </p:spTree>
    <p:extLst>
      <p:ext uri="{BB962C8B-B14F-4D97-AF65-F5344CB8AC3E}">
        <p14:creationId xmlns:p14="http://schemas.microsoft.com/office/powerpoint/2010/main" val="19135807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Once the user confirms file creation, control returns to Execute</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16</a:t>
            </a:fld>
            <a:endParaRPr lang="en-US" noProof="0" dirty="0"/>
          </a:p>
        </p:txBody>
      </p:sp>
    </p:spTree>
    <p:extLst>
      <p:ext uri="{BB962C8B-B14F-4D97-AF65-F5344CB8AC3E}">
        <p14:creationId xmlns:p14="http://schemas.microsoft.com/office/powerpoint/2010/main" val="325643780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The same as previously shown, a popup appears so that the user knows there was no error during operation, if an error occurs during any point of operation, the same structured window appears with the text replaced with the error message.</a:t>
            </a:r>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17</a:t>
            </a:fld>
            <a:endParaRPr lang="en-US" noProof="0" dirty="0"/>
          </a:p>
        </p:txBody>
      </p:sp>
    </p:spTree>
    <p:extLst>
      <p:ext uri="{BB962C8B-B14F-4D97-AF65-F5344CB8AC3E}">
        <p14:creationId xmlns:p14="http://schemas.microsoft.com/office/powerpoint/2010/main" val="5843907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5275" y="3835400"/>
            <a:ext cx="6224588" cy="3500438"/>
          </a:xfrm>
        </p:spPr>
      </p:sp>
      <p:sp>
        <p:nvSpPr>
          <p:cNvPr id="3" name="Notes Placeholder 2"/>
          <p:cNvSpPr>
            <a:spLocks noGrp="1"/>
          </p:cNvSpPr>
          <p:nvPr>
            <p:ph type="body" idx="1"/>
          </p:nvPr>
        </p:nvSpPr>
        <p:spPr/>
        <p:txBody>
          <a:bodyPr/>
          <a:lstStyle/>
          <a:p>
            <a:r>
              <a:rPr lang="en-US" dirty="0"/>
              <a:t>Within Execute: Create, delete, handle clashes, Import, load file, modify, new, save, set attributes, validate</a:t>
            </a:r>
          </a:p>
          <a:p>
            <a:pPr fontAlgn="t"/>
            <a:r>
              <a:rPr lang="en-US" sz="1200" b="0" i="0" kern="1200" dirty="0">
                <a:solidFill>
                  <a:schemeClr val="tx1"/>
                </a:solidFill>
                <a:effectLst/>
                <a:latin typeface="E+H Serif" pitchFamily="18" charset="0"/>
                <a:ea typeface="+mn-ea"/>
                <a:cs typeface="+mn-cs"/>
              </a:rPr>
              <a:t>Three‑tier testing mirrors the layered architecture: Component tests for XML manipulation. Workflow tests for operation sequences. UI automation for interaction flow.</a:t>
            </a:r>
          </a:p>
          <a:p>
            <a:endParaRPr lang="en-US" dirty="0"/>
          </a:p>
        </p:txBody>
      </p:sp>
      <p:sp>
        <p:nvSpPr>
          <p:cNvPr id="4" name="Header Placeholder 3"/>
          <p:cNvSpPr>
            <a:spLocks noGrp="1"/>
          </p:cNvSpPr>
          <p:nvPr>
            <p:ph type="hdr" sz="quarter"/>
          </p:nvPr>
        </p:nvSpPr>
        <p:spPr/>
        <p:txBody>
          <a:bodyPr/>
          <a:lstStyle/>
          <a:p>
            <a:r>
              <a:rPr lang="en-US"/>
              <a:t>L5X Automation Build Tool</a:t>
            </a:r>
            <a:endParaRPr lang="en-US" dirty="0"/>
          </a:p>
        </p:txBody>
      </p:sp>
      <p:sp>
        <p:nvSpPr>
          <p:cNvPr id="5" name="Slide Number Placeholder 4"/>
          <p:cNvSpPr>
            <a:spLocks noGrp="1"/>
          </p:cNvSpPr>
          <p:nvPr>
            <p:ph type="sldNum" sz="quarter" idx="5"/>
          </p:nvPr>
        </p:nvSpPr>
        <p:spPr/>
        <p:txBody>
          <a:bodyPr/>
          <a:lstStyle/>
          <a:p>
            <a:fld id="{C6E303EA-09C3-495B-8565-6524796C22FB}" type="slidenum">
              <a:rPr lang="en-US" noProof="0" smtClean="0"/>
              <a:pPr/>
              <a:t>18</a:t>
            </a:fld>
            <a:endParaRPr lang="en-US" noProof="0" dirty="0"/>
          </a:p>
        </p:txBody>
      </p:sp>
    </p:spTree>
    <p:extLst>
      <p:ext uri="{BB962C8B-B14F-4D97-AF65-F5344CB8AC3E}">
        <p14:creationId xmlns:p14="http://schemas.microsoft.com/office/powerpoint/2010/main" val="93105815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E+H Title Slide" preserve="1" userDrawn="1">
  <p:cSld name="E+H Title Slide">
    <p:spTree>
      <p:nvGrpSpPr>
        <p:cNvPr id="1" name=""/>
        <p:cNvGrpSpPr/>
        <p:nvPr/>
      </p:nvGrpSpPr>
      <p:grpSpPr>
        <a:xfrm>
          <a:off x="0" y="0"/>
          <a:ext cx="0" cy="0"/>
          <a:chOff x="0" y="0"/>
          <a:chExt cx="0" cy="0"/>
        </a:xfrm>
      </p:grpSpPr>
      <p:sp>
        <p:nvSpPr>
          <p:cNvPr id="4" name="BackgroundShape">
            <a:extLst>
              <a:ext uri="{FF2B5EF4-FFF2-40B4-BE49-F238E27FC236}">
                <a16:creationId xmlns:a16="http://schemas.microsoft.com/office/drawing/2014/main" id="{198C7814-7571-587E-9D5C-D9CB9EE6DC1D}"/>
              </a:ext>
            </a:extLst>
          </p:cNvPr>
          <p:cNvSpPr>
            <a:spLocks/>
          </p:cNvSpPr>
          <p:nvPr userDrawn="1"/>
        </p:nvSpPr>
        <p:spPr bwMode="gray">
          <a:xfrm>
            <a:off x="334962" y="0"/>
            <a:ext cx="11857038" cy="62640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9" name="Picture Placeholder"/>
          <p:cNvSpPr>
            <a:spLocks noGrp="1"/>
          </p:cNvSpPr>
          <p:nvPr>
            <p:ph type="pic" sz="quarter" idx="13"/>
          </p:nvPr>
        </p:nvSpPr>
        <p:spPr bwMode="gray">
          <a:xfrm>
            <a:off x="334963" y="0"/>
            <a:ext cx="11857036" cy="627380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shBlueMargin"/>
          <p:cNvSpPr>
            <a:spLocks noChangeArrowheads="1"/>
          </p:cNvSpPr>
          <p:nvPr userDrawn="1"/>
        </p:nvSpPr>
        <p:spPr bwMode="gray">
          <a:xfrm>
            <a:off x="0" y="0"/>
            <a:ext cx="334963" cy="6273800"/>
          </a:xfrm>
          <a:prstGeom prst="rect">
            <a:avLst/>
          </a:prstGeom>
          <a:solidFill>
            <a:srgbClr val="009EE3"/>
          </a:solidFill>
          <a:ln w="12700" cap="sq">
            <a:noFill/>
            <a:miter lim="800000"/>
            <a:headEnd type="none" w="sm" len="sm"/>
            <a:tailEnd type="none" w="sm" len="sm"/>
          </a:ln>
          <a:effectLst/>
        </p:spPr>
        <p:txBody>
          <a:bodyPr wrap="none" anchor="ctr"/>
          <a:lstStyle/>
          <a:p>
            <a:endParaRPr lang="en-US" dirty="0">
              <a:latin typeface="E+H Serif" pitchFamily="18" charset="0"/>
            </a:endParaRPr>
          </a:p>
        </p:txBody>
      </p:sp>
      <p:sp>
        <p:nvSpPr>
          <p:cNvPr id="20" name="Footer Placeholder"/>
          <p:cNvSpPr>
            <a:spLocks noGrp="1"/>
          </p:cNvSpPr>
          <p:nvPr>
            <p:ph type="ftr" sz="quarter" idx="15"/>
          </p:nvPr>
        </p:nvSpPr>
        <p:spPr bwMode="gray">
          <a:xfrm>
            <a:off x="4086351" y="6469380"/>
            <a:ext cx="1130300" cy="180000"/>
          </a:xfrm>
        </p:spPr>
        <p:txBody>
          <a:bodyPr/>
          <a:lstStyle/>
          <a:p>
            <a:r>
              <a:rPr lang="en-US"/>
              <a:t>Corbin Ferguson</a:t>
            </a:r>
            <a:endParaRPr lang="en-US" dirty="0"/>
          </a:p>
        </p:txBody>
      </p:sp>
      <p:sp>
        <p:nvSpPr>
          <p:cNvPr id="21" name="Slide Number Placeholder 20"/>
          <p:cNvSpPr>
            <a:spLocks noGrp="1"/>
          </p:cNvSpPr>
          <p:nvPr>
            <p:ph type="sldNum" sz="quarter" idx="16"/>
          </p:nvPr>
        </p:nvSpPr>
        <p:spPr bwMode="gray">
          <a:xfrm>
            <a:off x="1633051" y="6469380"/>
            <a:ext cx="571500" cy="180000"/>
          </a:xfrm>
        </p:spPr>
        <p:txBody>
          <a:bodyPr/>
          <a:lstStyle/>
          <a:p>
            <a:r>
              <a:rPr lang="en-US"/>
              <a:t>Slide </a:t>
            </a:r>
            <a:fld id="{00E4BD9C-593C-4A57-86A4-E08ACF4C0162}" type="slidenum">
              <a:rPr lang="en-US" smtClean="0"/>
              <a:pPr/>
              <a:t>‹#›</a:t>
            </a:fld>
            <a:endParaRPr lang="en-US" dirty="0"/>
          </a:p>
        </p:txBody>
      </p:sp>
      <p:sp>
        <p:nvSpPr>
          <p:cNvPr id="6" name="Gradient Background">
            <a:extLst>
              <a:ext uri="{FF2B5EF4-FFF2-40B4-BE49-F238E27FC236}">
                <a16:creationId xmlns:a16="http://schemas.microsoft.com/office/drawing/2014/main" id="{6DDD586B-CBEE-B7D9-8ED6-1E54806A147E}"/>
              </a:ext>
            </a:extLst>
          </p:cNvPr>
          <p:cNvSpPr>
            <a:spLocks noGrp="1"/>
          </p:cNvSpPr>
          <p:nvPr>
            <p:ph type="body" sz="quarter" idx="17"/>
          </p:nvPr>
        </p:nvSpPr>
        <p:spPr bwMode="gray">
          <a:xfrm>
            <a:off x="334962" y="3215568"/>
            <a:ext cx="11857036" cy="3058231"/>
          </a:xfrm>
          <a:gradFill>
            <a:gsLst>
              <a:gs pos="0">
                <a:schemeClr val="tx1">
                  <a:alpha val="0"/>
                </a:schemeClr>
              </a:gs>
              <a:gs pos="100000">
                <a:srgbClr val="000000">
                  <a:alpha val="65000"/>
                </a:srgbClr>
              </a:gs>
            </a:gsLst>
            <a:lin ang="5400000" scaled="1"/>
          </a:gradFill>
        </p:spPr>
        <p:txBody>
          <a:bodyPr tIns="11520000"/>
          <a:lstStyle>
            <a:lvl1pPr marL="0" indent="0">
              <a:lnSpc>
                <a:spcPct val="100000"/>
              </a:lnSpc>
              <a:spcAft>
                <a:spcPts val="0"/>
              </a:spcAft>
              <a:buNone/>
              <a:defRPr sz="100">
                <a:noFill/>
              </a:defRPr>
            </a:lvl1pPr>
            <a:lvl2pPr marL="269875" indent="0">
              <a:buNone/>
              <a:defRPr/>
            </a:lvl2pPr>
            <a:lvl3pPr marL="534987" indent="0">
              <a:buNone/>
              <a:defRPr/>
            </a:lvl3pPr>
            <a:lvl4pPr marL="723900" indent="0">
              <a:buNone/>
              <a:defRPr/>
            </a:lvl4pPr>
            <a:lvl5pPr marL="892175" indent="0">
              <a:buNone/>
              <a:defRPr/>
            </a:lvl5pPr>
          </a:lstStyle>
          <a:p>
            <a:pPr lvl="0"/>
            <a:r>
              <a:rPr lang="en-US" dirty="0"/>
              <a:t>Click to edit Master text styles</a:t>
            </a:r>
          </a:p>
        </p:txBody>
      </p:sp>
      <p:sp>
        <p:nvSpPr>
          <p:cNvPr id="2" name="txtTitle"/>
          <p:cNvSpPr>
            <a:spLocks noGrp="1"/>
          </p:cNvSpPr>
          <p:nvPr>
            <p:ph type="ctrTitle"/>
          </p:nvPr>
        </p:nvSpPr>
        <p:spPr bwMode="gray">
          <a:xfrm>
            <a:off x="658964" y="3742482"/>
            <a:ext cx="9351811" cy="1431013"/>
          </a:xfrm>
          <a:noFill/>
          <a:ln w="9525">
            <a:noFill/>
            <a:miter lim="800000"/>
            <a:headEnd/>
            <a:tailEnd/>
          </a:ln>
          <a:effectLst/>
        </p:spPr>
        <p:txBody>
          <a:bodyPr vert="horz" wrap="square" lIns="0" tIns="0" rIns="0" bIns="0" numCol="1" anchor="b" anchorCtr="0" compatLnSpc="1">
            <a:prstTxWarp prst="textNoShape">
              <a:avLst/>
            </a:prstTxWarp>
            <a:noAutofit/>
          </a:bodyPr>
          <a:lstStyle>
            <a:lvl1pPr algn="l" rtl="0" eaLnBrk="1" fontAlgn="base" hangingPunct="1">
              <a:lnSpc>
                <a:spcPct val="90000"/>
              </a:lnSpc>
              <a:spcBef>
                <a:spcPct val="0"/>
              </a:spcBef>
              <a:spcAft>
                <a:spcPct val="0"/>
              </a:spcAft>
              <a:defRPr lang="en-US" sz="4000" b="1" dirty="0">
                <a:solidFill>
                  <a:srgbClr val="FFFFFF"/>
                </a:solidFill>
                <a:latin typeface="E+H Serif" pitchFamily="18" charset="0"/>
                <a:ea typeface="+mj-ea"/>
                <a:cs typeface="+mj-cs"/>
              </a:defRPr>
            </a:lvl1pPr>
          </a:lstStyle>
          <a:p>
            <a:r>
              <a:rPr lang="en-US" dirty="0"/>
              <a:t>Click to edit Master </a:t>
            </a:r>
            <a:r>
              <a:rPr lang="en-US"/>
              <a:t>title style</a:t>
            </a:r>
            <a:endParaRPr lang="en-US" dirty="0"/>
          </a:p>
        </p:txBody>
      </p:sp>
      <p:sp>
        <p:nvSpPr>
          <p:cNvPr id="3" name="txtSubtitle"/>
          <p:cNvSpPr>
            <a:spLocks noGrp="1"/>
          </p:cNvSpPr>
          <p:nvPr>
            <p:ph type="subTitle" idx="1"/>
          </p:nvPr>
        </p:nvSpPr>
        <p:spPr bwMode="gray">
          <a:xfrm>
            <a:off x="658963" y="5361113"/>
            <a:ext cx="9351812" cy="563036"/>
          </a:xfrm>
          <a:noFill/>
          <a:ln w="9525">
            <a:noFill/>
            <a:miter lim="800000"/>
            <a:headEnd/>
            <a:tailEnd/>
          </a:ln>
          <a:effectLst/>
        </p:spPr>
        <p:txBody>
          <a:bodyPr vert="horz" wrap="square" lIns="0" tIns="0" rIns="0" bIns="0" numCol="1" anchor="t" anchorCtr="0" compatLnSpc="1">
            <a:prstTxWarp prst="textNoShape">
              <a:avLst/>
            </a:prstTxWarp>
            <a:noAutofit/>
          </a:bodyPr>
          <a:lstStyle>
            <a:lvl1pPr marL="0" indent="0" algn="l" rtl="0" eaLnBrk="1" fontAlgn="base" hangingPunct="1">
              <a:lnSpc>
                <a:spcPct val="106000"/>
              </a:lnSpc>
              <a:spcBef>
                <a:spcPts val="0"/>
              </a:spcBef>
              <a:spcAft>
                <a:spcPct val="0"/>
              </a:spcAft>
              <a:buClr>
                <a:srgbClr val="0088FF"/>
              </a:buClr>
              <a:buFont typeface="Wingdings" pitchFamily="2" charset="2"/>
              <a:buNone/>
              <a:defRPr lang="en-US" sz="2000" smtClean="0">
                <a:solidFill>
                  <a:srgbClr val="FFFFFF"/>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a:t>
            </a:r>
            <a:r>
              <a:rPr lang="en-US"/>
              <a:t>subtitle style</a:t>
            </a:r>
            <a:endParaRPr lang="en-US" dirty="0"/>
          </a:p>
        </p:txBody>
      </p:sp>
    </p:spTree>
    <p:extLst>
      <p:ext uri="{BB962C8B-B14F-4D97-AF65-F5344CB8AC3E}">
        <p14:creationId xmlns:p14="http://schemas.microsoft.com/office/powerpoint/2010/main" val="353832589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E+H Title and Content" type="obj" preserve="1">
  <p:cSld name="E+H Title and Conten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3" name="txtContent"/>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L5X Automation Build Tool</a:t>
            </a:r>
            <a:endParaRPr lang="en-US" dirty="0"/>
          </a:p>
        </p:txBody>
      </p:sp>
      <p:sp>
        <p:nvSpPr>
          <p:cNvPr id="4" name="Fußzeilenplatzhalter 3"/>
          <p:cNvSpPr>
            <a:spLocks noGrp="1"/>
          </p:cNvSpPr>
          <p:nvPr>
            <p:ph type="ftr" sz="quarter" idx="11"/>
          </p:nvPr>
        </p:nvSpPr>
        <p:spPr/>
        <p:txBody>
          <a:bodyPr/>
          <a:lstStyle/>
          <a:p>
            <a:r>
              <a:rPr lang="en-US"/>
              <a:t>Corbin Ferguson</a:t>
            </a:r>
            <a:endParaRPr lang="en-US" dirty="0"/>
          </a:p>
        </p:txBody>
      </p:sp>
      <p:sp>
        <p:nvSpPr>
          <p:cNvPr id="5" name="Foliennummernplatzhalter 4"/>
          <p:cNvSpPr>
            <a:spLocks noGrp="1"/>
          </p:cNvSpPr>
          <p:nvPr>
            <p:ph type="sldNum" sz="quarter" idx="12"/>
          </p:nvPr>
        </p:nvSpPr>
        <p:spPr/>
        <p:txBody>
          <a:bodyPr/>
          <a:lstStyle/>
          <a:p>
            <a:r>
              <a:rPr lang="en-US"/>
              <a:t>Slide </a:t>
            </a:r>
            <a:fld id="{60BF249C-6EE1-465B-9621-0BD76B5184D6}"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E+H Confidential Title Slide" preserve="1" userDrawn="1">
  <p:cSld name="E+H Confidential Title Slide">
    <p:spTree>
      <p:nvGrpSpPr>
        <p:cNvPr id="1" name=""/>
        <p:cNvGrpSpPr/>
        <p:nvPr/>
      </p:nvGrpSpPr>
      <p:grpSpPr>
        <a:xfrm>
          <a:off x="0" y="0"/>
          <a:ext cx="0" cy="0"/>
          <a:chOff x="0" y="0"/>
          <a:chExt cx="0" cy="0"/>
        </a:xfrm>
      </p:grpSpPr>
      <p:sp>
        <p:nvSpPr>
          <p:cNvPr id="4" name="BackgroundShape">
            <a:extLst>
              <a:ext uri="{FF2B5EF4-FFF2-40B4-BE49-F238E27FC236}">
                <a16:creationId xmlns:a16="http://schemas.microsoft.com/office/drawing/2014/main" id="{198C7814-7571-587E-9D5C-D9CB9EE6DC1D}"/>
              </a:ext>
            </a:extLst>
          </p:cNvPr>
          <p:cNvSpPr>
            <a:spLocks/>
          </p:cNvSpPr>
          <p:nvPr userDrawn="1"/>
        </p:nvSpPr>
        <p:spPr bwMode="gray">
          <a:xfrm>
            <a:off x="334962" y="0"/>
            <a:ext cx="11857038" cy="62640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9" name="Picture Placeholder"/>
          <p:cNvSpPr>
            <a:spLocks noGrp="1"/>
          </p:cNvSpPr>
          <p:nvPr>
            <p:ph type="pic" sz="quarter" idx="13"/>
          </p:nvPr>
        </p:nvSpPr>
        <p:spPr bwMode="gray">
          <a:xfrm>
            <a:off x="334963" y="1160463"/>
            <a:ext cx="11857037" cy="5103536"/>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shBlueMargin"/>
          <p:cNvSpPr>
            <a:spLocks noChangeArrowheads="1"/>
          </p:cNvSpPr>
          <p:nvPr userDrawn="1"/>
        </p:nvSpPr>
        <p:spPr bwMode="gray">
          <a:xfrm>
            <a:off x="0" y="0"/>
            <a:ext cx="334963" cy="6273800"/>
          </a:xfrm>
          <a:prstGeom prst="rect">
            <a:avLst/>
          </a:prstGeom>
          <a:solidFill>
            <a:srgbClr val="009EE3"/>
          </a:solidFill>
          <a:ln w="12700" cap="sq">
            <a:noFill/>
            <a:miter lim="800000"/>
            <a:headEnd type="none" w="sm" len="sm"/>
            <a:tailEnd type="none" w="sm" len="sm"/>
          </a:ln>
          <a:effectLst/>
        </p:spPr>
        <p:txBody>
          <a:bodyPr wrap="none" anchor="ctr"/>
          <a:lstStyle/>
          <a:p>
            <a:endParaRPr lang="en-US" dirty="0">
              <a:latin typeface="E+H Serif" pitchFamily="18" charset="0"/>
            </a:endParaRPr>
          </a:p>
        </p:txBody>
      </p:sp>
      <p:sp>
        <p:nvSpPr>
          <p:cNvPr id="20" name="Footer Placeholder"/>
          <p:cNvSpPr>
            <a:spLocks noGrp="1"/>
          </p:cNvSpPr>
          <p:nvPr>
            <p:ph type="ftr" sz="quarter" idx="15"/>
          </p:nvPr>
        </p:nvSpPr>
        <p:spPr bwMode="gray">
          <a:xfrm>
            <a:off x="4086351" y="6469380"/>
            <a:ext cx="1130300" cy="180000"/>
          </a:xfrm>
        </p:spPr>
        <p:txBody>
          <a:bodyPr/>
          <a:lstStyle/>
          <a:p>
            <a:r>
              <a:rPr lang="en-US"/>
              <a:t>Corbin Ferguson</a:t>
            </a:r>
            <a:endParaRPr lang="en-US" dirty="0"/>
          </a:p>
        </p:txBody>
      </p:sp>
      <p:sp>
        <p:nvSpPr>
          <p:cNvPr id="21" name="Slide Number Placeholder 20"/>
          <p:cNvSpPr>
            <a:spLocks noGrp="1"/>
          </p:cNvSpPr>
          <p:nvPr>
            <p:ph type="sldNum" sz="quarter" idx="16"/>
          </p:nvPr>
        </p:nvSpPr>
        <p:spPr bwMode="gray">
          <a:xfrm>
            <a:off x="1633051" y="6469380"/>
            <a:ext cx="571500" cy="180000"/>
          </a:xfrm>
        </p:spPr>
        <p:txBody>
          <a:bodyPr/>
          <a:lstStyle/>
          <a:p>
            <a:r>
              <a:rPr lang="en-US"/>
              <a:t>Slide </a:t>
            </a:r>
            <a:fld id="{C81FABA8-1FB4-41CF-91E1-F3076B7FF02B}" type="slidenum">
              <a:rPr lang="en-US" smtClean="0"/>
              <a:pPr/>
              <a:t>‹#›</a:t>
            </a:fld>
            <a:endParaRPr lang="en-US" dirty="0"/>
          </a:p>
        </p:txBody>
      </p:sp>
      <p:sp>
        <p:nvSpPr>
          <p:cNvPr id="6" name="Gradient Background">
            <a:extLst>
              <a:ext uri="{FF2B5EF4-FFF2-40B4-BE49-F238E27FC236}">
                <a16:creationId xmlns:a16="http://schemas.microsoft.com/office/drawing/2014/main" id="{6DDD586B-CBEE-B7D9-8ED6-1E54806A147E}"/>
              </a:ext>
            </a:extLst>
          </p:cNvPr>
          <p:cNvSpPr>
            <a:spLocks noGrp="1"/>
          </p:cNvSpPr>
          <p:nvPr>
            <p:ph type="body" sz="quarter" idx="17"/>
          </p:nvPr>
        </p:nvSpPr>
        <p:spPr bwMode="gray">
          <a:xfrm>
            <a:off x="334962" y="3215568"/>
            <a:ext cx="11857036" cy="3058231"/>
          </a:xfrm>
          <a:gradFill>
            <a:gsLst>
              <a:gs pos="0">
                <a:schemeClr val="tx1">
                  <a:alpha val="0"/>
                </a:schemeClr>
              </a:gs>
              <a:gs pos="100000">
                <a:srgbClr val="000000">
                  <a:alpha val="65000"/>
                </a:srgbClr>
              </a:gs>
            </a:gsLst>
            <a:lin ang="5400000" scaled="1"/>
          </a:gradFill>
        </p:spPr>
        <p:txBody>
          <a:bodyPr tIns="11520000"/>
          <a:lstStyle>
            <a:lvl1pPr marL="0" indent="0">
              <a:lnSpc>
                <a:spcPct val="100000"/>
              </a:lnSpc>
              <a:spcAft>
                <a:spcPts val="0"/>
              </a:spcAft>
              <a:buNone/>
              <a:defRPr sz="100">
                <a:noFill/>
              </a:defRPr>
            </a:lvl1pPr>
            <a:lvl2pPr marL="269875" indent="0">
              <a:buNone/>
              <a:defRPr/>
            </a:lvl2pPr>
            <a:lvl3pPr marL="534987" indent="0">
              <a:buNone/>
              <a:defRPr/>
            </a:lvl3pPr>
            <a:lvl4pPr marL="723900" indent="0">
              <a:buNone/>
              <a:defRPr/>
            </a:lvl4pPr>
            <a:lvl5pPr marL="892175" indent="0">
              <a:buNone/>
              <a:defRPr/>
            </a:lvl5pPr>
          </a:lstStyle>
          <a:p>
            <a:pPr lvl="0"/>
            <a:r>
              <a:rPr lang="en-US" dirty="0"/>
              <a:t>Click to edit Master text styles</a:t>
            </a:r>
          </a:p>
        </p:txBody>
      </p:sp>
      <p:sp>
        <p:nvSpPr>
          <p:cNvPr id="2" name="txtTitle"/>
          <p:cNvSpPr>
            <a:spLocks noGrp="1"/>
          </p:cNvSpPr>
          <p:nvPr>
            <p:ph type="ctrTitle"/>
          </p:nvPr>
        </p:nvSpPr>
        <p:spPr bwMode="gray">
          <a:xfrm>
            <a:off x="658964" y="3742482"/>
            <a:ext cx="9351811" cy="1431013"/>
          </a:xfrm>
          <a:noFill/>
          <a:ln w="9525">
            <a:noFill/>
            <a:miter lim="800000"/>
            <a:headEnd/>
            <a:tailEnd/>
          </a:ln>
          <a:effectLst/>
        </p:spPr>
        <p:txBody>
          <a:bodyPr vert="horz" wrap="square" lIns="0" tIns="0" rIns="0" bIns="0" numCol="1" anchor="b" anchorCtr="0" compatLnSpc="1">
            <a:prstTxWarp prst="textNoShape">
              <a:avLst/>
            </a:prstTxWarp>
            <a:noAutofit/>
          </a:bodyPr>
          <a:lstStyle>
            <a:lvl1pPr algn="l" rtl="0" eaLnBrk="1" fontAlgn="base" hangingPunct="1">
              <a:lnSpc>
                <a:spcPct val="90000"/>
              </a:lnSpc>
              <a:spcBef>
                <a:spcPct val="0"/>
              </a:spcBef>
              <a:spcAft>
                <a:spcPct val="0"/>
              </a:spcAft>
              <a:defRPr lang="en-US" sz="4000" b="1" dirty="0">
                <a:solidFill>
                  <a:srgbClr val="FFFFFF"/>
                </a:solidFill>
                <a:latin typeface="E+H Serif" pitchFamily="18" charset="0"/>
                <a:ea typeface="+mj-ea"/>
                <a:cs typeface="+mj-cs"/>
              </a:defRPr>
            </a:lvl1pPr>
          </a:lstStyle>
          <a:p>
            <a:r>
              <a:rPr lang="en-US" dirty="0"/>
              <a:t>Click to edit Master </a:t>
            </a:r>
            <a:r>
              <a:rPr lang="en-US"/>
              <a:t>title style</a:t>
            </a:r>
            <a:endParaRPr lang="en-US" dirty="0"/>
          </a:p>
        </p:txBody>
      </p:sp>
      <p:sp>
        <p:nvSpPr>
          <p:cNvPr id="3" name="txtSubtitle"/>
          <p:cNvSpPr>
            <a:spLocks noGrp="1"/>
          </p:cNvSpPr>
          <p:nvPr>
            <p:ph type="subTitle" idx="1"/>
          </p:nvPr>
        </p:nvSpPr>
        <p:spPr bwMode="gray">
          <a:xfrm>
            <a:off x="658963" y="5361113"/>
            <a:ext cx="9351812" cy="563036"/>
          </a:xfrm>
          <a:noFill/>
          <a:ln w="9525">
            <a:noFill/>
            <a:miter lim="800000"/>
            <a:headEnd/>
            <a:tailEnd/>
          </a:ln>
          <a:effectLst/>
        </p:spPr>
        <p:txBody>
          <a:bodyPr vert="horz" wrap="square" lIns="0" tIns="0" rIns="0" bIns="0" numCol="1" anchor="t" anchorCtr="0" compatLnSpc="1">
            <a:prstTxWarp prst="textNoShape">
              <a:avLst/>
            </a:prstTxWarp>
            <a:noAutofit/>
          </a:bodyPr>
          <a:lstStyle>
            <a:lvl1pPr marL="0" indent="0" algn="l" rtl="0" eaLnBrk="1" fontAlgn="base" hangingPunct="1">
              <a:lnSpc>
                <a:spcPct val="106000"/>
              </a:lnSpc>
              <a:spcBef>
                <a:spcPts val="0"/>
              </a:spcBef>
              <a:spcAft>
                <a:spcPct val="0"/>
              </a:spcAft>
              <a:buClr>
                <a:srgbClr val="0088FF"/>
              </a:buClr>
              <a:buFont typeface="Wingdings" pitchFamily="2" charset="2"/>
              <a:buNone/>
              <a:defRPr lang="en-US" sz="2000" smtClean="0">
                <a:solidFill>
                  <a:srgbClr val="FFFFFF"/>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a:t>
            </a:r>
            <a:r>
              <a:rPr lang="en-US"/>
              <a:t>subtitle style</a:t>
            </a:r>
            <a:endParaRPr lang="en-US" dirty="0"/>
          </a:p>
        </p:txBody>
      </p:sp>
      <p:sp>
        <p:nvSpPr>
          <p:cNvPr id="5" name="txtConfidentialFrame">
            <a:extLst>
              <a:ext uri="{FF2B5EF4-FFF2-40B4-BE49-F238E27FC236}">
                <a16:creationId xmlns:a16="http://schemas.microsoft.com/office/drawing/2014/main" id="{0579F6DF-7E52-D974-D2AA-4732C26FE49A}"/>
              </a:ext>
            </a:extLst>
          </p:cNvPr>
          <p:cNvSpPr txBox="1">
            <a:spLocks/>
          </p:cNvSpPr>
          <p:nvPr userDrawn="1"/>
        </p:nvSpPr>
        <p:spPr bwMode="gray">
          <a:xfrm>
            <a:off x="334960" y="1"/>
            <a:ext cx="11857039" cy="1162967"/>
          </a:xfrm>
          <a:prstGeom prst="rect">
            <a:avLst/>
          </a:prstGeom>
          <a:solidFill>
            <a:srgbClr val="E6ECF0">
              <a:alpha val="89804"/>
            </a:srgbClr>
          </a:solidFill>
          <a:ln w="9525">
            <a:noFill/>
            <a:miter lim="800000"/>
            <a:headEnd/>
            <a:tailEnd/>
          </a:ln>
          <a:effectLst/>
        </p:spPr>
        <p:txBody>
          <a:bodyPr vert="horz" wrap="square" lIns="180000" tIns="108000" rIns="180000" bIns="108000" numCol="1" anchor="t" anchorCtr="0" compatLnSpc="1">
            <a:prstTxWarp prst="textNoShape">
              <a:avLst/>
            </a:prstTxWarp>
          </a:bodyPr>
          <a:lstStyle>
            <a:lvl1pPr marL="269875" lvl="0" indent="-269875" eaLnBrk="1" hangingPunct="1">
              <a:lnSpc>
                <a:spcPct val="110000"/>
              </a:lnSpc>
              <a:spcBef>
                <a:spcPts val="0"/>
              </a:spcBef>
              <a:spcAft>
                <a:spcPts val="600"/>
              </a:spcAft>
              <a:buClr>
                <a:srgbClr val="007CAA"/>
              </a:buClr>
              <a:buFont typeface="E+H Serif" pitchFamily="18" charset="0"/>
              <a:buChar char="•"/>
              <a:defRPr sz="1800">
                <a:solidFill>
                  <a:srgbClr val="000000"/>
                </a:solidFill>
                <a:latin typeface="E+H Sans" panose="020B0404050202020204" pitchFamily="34" charset="0"/>
              </a:defRPr>
            </a:lvl1pPr>
            <a:lvl2pPr marL="541338" lvl="1" indent="-271463" eaLnBrk="1" hangingPunct="1">
              <a:lnSpc>
                <a:spcPct val="110000"/>
              </a:lnSpc>
              <a:spcBef>
                <a:spcPts val="0"/>
              </a:spcBef>
              <a:spcAft>
                <a:spcPts val="600"/>
              </a:spcAft>
              <a:buClr>
                <a:srgbClr val="007CAA"/>
              </a:buClr>
              <a:buFont typeface="E+H Serif" pitchFamily="18" charset="0"/>
              <a:buChar char="•"/>
              <a:defRPr sz="1800">
                <a:solidFill>
                  <a:srgbClr val="000000"/>
                </a:solidFill>
                <a:latin typeface="E+H Sans" panose="020B0404050202020204" pitchFamily="34" charset="0"/>
              </a:defRPr>
            </a:lvl2pPr>
            <a:lvl3pPr marL="717550" lvl="2" indent="-182563" eaLnBrk="1" hangingPunct="1">
              <a:lnSpc>
                <a:spcPct val="110000"/>
              </a:lnSpc>
              <a:spcBef>
                <a:spcPts val="0"/>
              </a:spcBef>
              <a:spcAft>
                <a:spcPts val="400"/>
              </a:spcAft>
              <a:buClr>
                <a:srgbClr val="007CAA"/>
              </a:buClr>
              <a:buFont typeface="E+H Serif" pitchFamily="18" charset="0"/>
              <a:buChar char="•"/>
              <a:defRPr sz="1800">
                <a:solidFill>
                  <a:srgbClr val="000000"/>
                </a:solidFill>
                <a:latin typeface="E+H Sans" panose="020B0404050202020204" pitchFamily="34" charset="0"/>
              </a:defRPr>
            </a:lvl3pPr>
            <a:lvl4pPr marL="900113" lvl="3" indent="-176213" eaLnBrk="1" hangingPunct="1">
              <a:lnSpc>
                <a:spcPct val="110000"/>
              </a:lnSpc>
              <a:spcBef>
                <a:spcPts val="0"/>
              </a:spcBef>
              <a:spcAft>
                <a:spcPts val="400"/>
              </a:spcAft>
              <a:buClr>
                <a:srgbClr val="007CAA"/>
              </a:buClr>
              <a:buFont typeface="E+H Serif" pitchFamily="18" charset="0"/>
              <a:buChar char="•"/>
              <a:defRPr sz="1800">
                <a:solidFill>
                  <a:srgbClr val="000000"/>
                </a:solidFill>
                <a:latin typeface="E+H Sans" panose="020B0404050202020204" pitchFamily="34" charset="0"/>
              </a:defRPr>
            </a:lvl4pPr>
            <a:lvl5pPr marL="1074738" lvl="4" indent="-182563" eaLnBrk="1" hangingPunct="1">
              <a:lnSpc>
                <a:spcPct val="110000"/>
              </a:lnSpc>
              <a:spcBef>
                <a:spcPts val="0"/>
              </a:spcBef>
              <a:spcAft>
                <a:spcPts val="400"/>
              </a:spcAft>
              <a:buClr>
                <a:srgbClr val="007CAA"/>
              </a:buClr>
              <a:buFont typeface="E+H Serif" pitchFamily="18" charset="0"/>
              <a:buChar char="•"/>
              <a:defRPr sz="1800">
                <a:solidFill>
                  <a:srgbClr val="000000"/>
                </a:solidFill>
                <a:latin typeface="E+H Sans" panose="020B0404050202020204" pitchFamily="34" charset="0"/>
              </a:defRPr>
            </a:lvl5pPr>
            <a:lvl6pPr marL="22526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6pPr>
            <a:lvl7pPr marL="27098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7pPr>
            <a:lvl8pPr marL="31670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8pPr>
            <a:lvl9pPr marL="3624263" indent="-179388" fontAlgn="base">
              <a:lnSpc>
                <a:spcPct val="110000"/>
              </a:lnSpc>
              <a:spcBef>
                <a:spcPct val="90000"/>
              </a:spcBef>
              <a:spcAft>
                <a:spcPct val="0"/>
              </a:spcAft>
              <a:buClr>
                <a:srgbClr val="0088FF"/>
              </a:buClr>
              <a:buFont typeface="Wingdings" pitchFamily="2" charset="2"/>
              <a:buChar char="n"/>
              <a:defRPr sz="1600">
                <a:solidFill>
                  <a:srgbClr val="000000"/>
                </a:solidFill>
                <a:latin typeface="+mn-lt"/>
              </a:defRPr>
            </a:lvl9pPr>
          </a:lstStyle>
          <a:p>
            <a:pPr marL="0" lvl="0" indent="0">
              <a:buNone/>
            </a:pPr>
            <a:r>
              <a:rPr lang="en-US" sz="1400" dirty="0"/>
              <a:t> </a:t>
            </a:r>
          </a:p>
        </p:txBody>
      </p:sp>
    </p:spTree>
    <p:extLst>
      <p:ext uri="{BB962C8B-B14F-4D97-AF65-F5344CB8AC3E}">
        <p14:creationId xmlns:p14="http://schemas.microsoft.com/office/powerpoint/2010/main" val="9899779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E+H Section Header" preserve="1" userDrawn="1">
  <p:cSld name="E+H Section Header">
    <p:spTree>
      <p:nvGrpSpPr>
        <p:cNvPr id="1" name=""/>
        <p:cNvGrpSpPr/>
        <p:nvPr/>
      </p:nvGrpSpPr>
      <p:grpSpPr>
        <a:xfrm>
          <a:off x="0" y="0"/>
          <a:ext cx="0" cy="0"/>
          <a:chOff x="0" y="0"/>
          <a:chExt cx="0" cy="0"/>
        </a:xfrm>
      </p:grpSpPr>
      <p:sp>
        <p:nvSpPr>
          <p:cNvPr id="3" name="BackgroundShape">
            <a:extLst>
              <a:ext uri="{FF2B5EF4-FFF2-40B4-BE49-F238E27FC236}">
                <a16:creationId xmlns:a16="http://schemas.microsoft.com/office/drawing/2014/main" id="{A6106845-A46B-32A4-8AC4-BA3A274EC093}"/>
              </a:ext>
            </a:extLst>
          </p:cNvPr>
          <p:cNvSpPr>
            <a:spLocks/>
          </p:cNvSpPr>
          <p:nvPr userDrawn="1"/>
        </p:nvSpPr>
        <p:spPr>
          <a:xfrm>
            <a:off x="0" y="476250"/>
            <a:ext cx="12192000" cy="579754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6" name="Title 5"/>
          <p:cNvSpPr>
            <a:spLocks noGrp="1"/>
          </p:cNvSpPr>
          <p:nvPr>
            <p:ph type="title"/>
          </p:nvPr>
        </p:nvSpPr>
        <p:spPr>
          <a:xfrm>
            <a:off x="334965" y="2703134"/>
            <a:ext cx="5616000" cy="1321259"/>
          </a:xfrm>
        </p:spPr>
        <p:txBody>
          <a:bodyPr wrap="square" anchor="b">
            <a:spAutoFit/>
          </a:bodyPr>
          <a:lstStyle>
            <a:lvl1pPr>
              <a:lnSpc>
                <a:spcPct val="110000"/>
              </a:lnSpc>
              <a:defRPr sz="4000" b="0">
                <a:solidFill>
                  <a:schemeClr val="tx1"/>
                </a:solidFill>
              </a:defRPr>
            </a:lvl1pPr>
          </a:lstStyle>
          <a:p>
            <a:r>
              <a:rPr lang="en-US" dirty="0"/>
              <a:t>Click to edit Master </a:t>
            </a:r>
            <a:r>
              <a:rPr lang="en-US"/>
              <a:t>title style</a:t>
            </a:r>
            <a:endParaRPr lang="en-US" dirty="0"/>
          </a:p>
        </p:txBody>
      </p:sp>
      <p:sp>
        <p:nvSpPr>
          <p:cNvPr id="7" name="Text Placeholder 6"/>
          <p:cNvSpPr>
            <a:spLocks noGrp="1"/>
          </p:cNvSpPr>
          <p:nvPr>
            <p:ph type="body" sz="quarter" idx="16"/>
          </p:nvPr>
        </p:nvSpPr>
        <p:spPr>
          <a:xfrm>
            <a:off x="334964" y="4276734"/>
            <a:ext cx="5616000" cy="276999"/>
          </a:xfrm>
        </p:spPr>
        <p:txBody>
          <a:bodyPr lIns="0" tIns="0" numCol="1">
            <a:spAutoFit/>
          </a:bodyPr>
          <a:lstStyle>
            <a:lvl1pPr marL="0" indent="0">
              <a:lnSpc>
                <a:spcPct val="100000"/>
              </a:lnSpc>
              <a:spcAft>
                <a:spcPts val="0"/>
              </a:spcAft>
              <a:buNone/>
              <a:defRPr sz="1800"/>
            </a:lvl1pPr>
            <a:lvl2pPr marL="269875" indent="0">
              <a:lnSpc>
                <a:spcPct val="100000"/>
              </a:lnSpc>
              <a:spcAft>
                <a:spcPts val="0"/>
              </a:spcAft>
              <a:buNone/>
              <a:defRPr sz="1800"/>
            </a:lvl2pPr>
            <a:lvl3pPr marL="534987" indent="0">
              <a:lnSpc>
                <a:spcPct val="100000"/>
              </a:lnSpc>
              <a:spcAft>
                <a:spcPts val="0"/>
              </a:spcAft>
              <a:buNone/>
              <a:defRPr sz="1800"/>
            </a:lvl3pPr>
            <a:lvl4pPr marL="723900" indent="0">
              <a:lnSpc>
                <a:spcPct val="100000"/>
              </a:lnSpc>
              <a:spcAft>
                <a:spcPts val="0"/>
              </a:spcAft>
              <a:buNone/>
              <a:defRPr sz="1800"/>
            </a:lvl4pPr>
            <a:lvl5pPr marL="892175" indent="0">
              <a:lnSpc>
                <a:spcPct val="100000"/>
              </a:lnSpc>
              <a:spcAft>
                <a:spcPts val="0"/>
              </a:spcAft>
              <a:buNone/>
              <a:defRPr sz="1800"/>
            </a:lvl5pPr>
          </a:lstStyle>
          <a:p>
            <a:pPr lvl="0"/>
            <a:r>
              <a:rPr lang="en-US" dirty="0"/>
              <a:t>Click to edit Master text styles</a:t>
            </a:r>
          </a:p>
        </p:txBody>
      </p:sp>
      <p:sp>
        <p:nvSpPr>
          <p:cNvPr id="10" name="Picture Placeholder 9"/>
          <p:cNvSpPr>
            <a:spLocks noGrp="1"/>
          </p:cNvSpPr>
          <p:nvPr>
            <p:ph type="pic" sz="quarter" idx="17"/>
          </p:nvPr>
        </p:nvSpPr>
        <p:spPr>
          <a:xfrm>
            <a:off x="6252000" y="476250"/>
            <a:ext cx="5940000" cy="5797550"/>
          </a:xfrm>
        </p:spPr>
        <p:txBody>
          <a:bodyPr anchor="ctr"/>
          <a:lstStyle>
            <a:lvl1pPr marL="0" indent="0" algn="ctr">
              <a:buNone/>
              <a:defRPr/>
            </a:lvl1pPr>
          </a:lstStyle>
          <a:p>
            <a:r>
              <a:rPr lang="en-US" dirty="0"/>
              <a:t>Click icon to </a:t>
            </a:r>
            <a:r>
              <a:rPr lang="en-US"/>
              <a:t>add picture</a:t>
            </a:r>
            <a:endParaRPr lang="en-US" dirty="0"/>
          </a:p>
        </p:txBody>
      </p:sp>
      <p:sp>
        <p:nvSpPr>
          <p:cNvPr id="4" name="Footer Placeholder 3">
            <a:extLst>
              <a:ext uri="{FF2B5EF4-FFF2-40B4-BE49-F238E27FC236}">
                <a16:creationId xmlns:a16="http://schemas.microsoft.com/office/drawing/2014/main" id="{FF10B0CC-A95E-AB23-E78B-5624B304EB58}"/>
              </a:ext>
            </a:extLst>
          </p:cNvPr>
          <p:cNvSpPr>
            <a:spLocks noGrp="1"/>
          </p:cNvSpPr>
          <p:nvPr>
            <p:ph type="ftr" sz="quarter" idx="19"/>
          </p:nvPr>
        </p:nvSpPr>
        <p:spPr>
          <a:xfrm>
            <a:off x="4086351" y="6469380"/>
            <a:ext cx="1130300" cy="180000"/>
          </a:xfrm>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43C5F711-B661-B335-193D-A0CFA3CE2A13}"/>
              </a:ext>
            </a:extLst>
          </p:cNvPr>
          <p:cNvSpPr>
            <a:spLocks noGrp="1"/>
          </p:cNvSpPr>
          <p:nvPr>
            <p:ph type="sldNum" sz="quarter" idx="20"/>
          </p:nvPr>
        </p:nvSpPr>
        <p:spPr>
          <a:xfrm>
            <a:off x="1633051" y="6469380"/>
            <a:ext cx="571500" cy="180000"/>
          </a:xfrm>
        </p:spPr>
        <p:txBody>
          <a:bodyPr/>
          <a:lstStyle/>
          <a:p>
            <a:r>
              <a:rPr lang="en-US"/>
              <a:t>Slide </a:t>
            </a:r>
            <a:fld id="{40A4DE10-AA28-495C-A9DA-330C327D0004}" type="slidenum">
              <a:rPr lang="en-US" smtClean="0"/>
              <a:pPr/>
              <a:t>‹#›</a:t>
            </a:fld>
            <a:endParaRPr lang="en-US" dirty="0"/>
          </a:p>
        </p:txBody>
      </p:sp>
      <p:sp>
        <p:nvSpPr>
          <p:cNvPr id="8" name="Date Placeholder 7">
            <a:extLst>
              <a:ext uri="{FF2B5EF4-FFF2-40B4-BE49-F238E27FC236}">
                <a16:creationId xmlns:a16="http://schemas.microsoft.com/office/drawing/2014/main" id="{024C5ECC-F474-AC51-9F64-5084EA6B4365}"/>
              </a:ext>
            </a:extLst>
          </p:cNvPr>
          <p:cNvSpPr>
            <a:spLocks noGrp="1"/>
          </p:cNvSpPr>
          <p:nvPr>
            <p:ph type="dt" sz="half" idx="21"/>
          </p:nvPr>
        </p:nvSpPr>
        <p:spPr/>
        <p:txBody>
          <a:bodyPr/>
          <a:lstStyle/>
          <a:p>
            <a:r>
              <a:rPr lang="en-US"/>
              <a:t>L5X Automation Build Tool</a:t>
            </a:r>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1979"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H Image Slide" preserve="1" userDrawn="1">
  <p:cSld name="E+H Image Slid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0" y="1160462"/>
            <a:ext cx="12192000" cy="5113337"/>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5F9D18BF-D5FA-41E4-964F-401448E2D6B4}"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4" name="Title 3">
            <a:extLst>
              <a:ext uri="{FF2B5EF4-FFF2-40B4-BE49-F238E27FC236}">
                <a16:creationId xmlns:a16="http://schemas.microsoft.com/office/drawing/2014/main" id="{C70AAD1A-99DE-BED9-D2E3-ADF49313016D}"/>
              </a:ext>
            </a:extLst>
          </p:cNvPr>
          <p:cNvSpPr>
            <a:spLocks noGrp="1"/>
          </p:cNvSpPr>
          <p:nvPr>
            <p:ph type="title"/>
          </p:nvPr>
        </p:nvSpPr>
        <p:spPr/>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173541475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E+H Image Slide with Legend" preserve="1" userDrawn="1">
  <p:cSld name="E+H Image Slide with Legend">
    <p:spTree>
      <p:nvGrpSpPr>
        <p:cNvPr id="1" name=""/>
        <p:cNvGrpSpPr/>
        <p:nvPr/>
      </p:nvGrpSpPr>
      <p:grpSpPr>
        <a:xfrm>
          <a:off x="0" y="0"/>
          <a:ext cx="0" cy="0"/>
          <a:chOff x="0" y="0"/>
          <a:chExt cx="0" cy="0"/>
        </a:xfrm>
      </p:grpSpPr>
      <p:sp>
        <p:nvSpPr>
          <p:cNvPr id="2" name="BackgroundShape"/>
          <p:cNvSpPr>
            <a:spLocks/>
          </p:cNvSpPr>
          <p:nvPr userDrawn="1"/>
        </p:nvSpPr>
        <p:spPr>
          <a:xfrm>
            <a:off x="-1" y="1160461"/>
            <a:ext cx="12192000" cy="44640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1" y="1160461"/>
            <a:ext cx="12192000" cy="4464000"/>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F412DC74-7ECD-4DCD-B819-CEB19DE7A092}"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5" name="Text Placeholder 4"/>
          <p:cNvSpPr>
            <a:spLocks noGrp="1"/>
          </p:cNvSpPr>
          <p:nvPr>
            <p:ph type="body" sz="quarter" idx="22"/>
          </p:nvPr>
        </p:nvSpPr>
        <p:spPr>
          <a:xfrm>
            <a:off x="334962" y="5746376"/>
            <a:ext cx="11531599" cy="346448"/>
          </a:xfrm>
        </p:spPr>
        <p:txBody>
          <a:bodyPr wrap="none"/>
          <a:lstStyle>
            <a:lvl1pPr marL="0" indent="0">
              <a:buNone/>
              <a:defRPr>
                <a:latin typeface="E+H Sans" panose="020B0404050202020204" pitchFamily="34" charset="0"/>
              </a:defRPr>
            </a:lvl1pPr>
          </a:lstStyle>
          <a:p>
            <a:pPr lvl="0"/>
            <a:r>
              <a:rPr lang="en-US" dirty="0"/>
              <a:t>Click to edit Master text styles</a:t>
            </a:r>
          </a:p>
        </p:txBody>
      </p:sp>
      <p:sp>
        <p:nvSpPr>
          <p:cNvPr id="4" name="Title 3">
            <a:extLst>
              <a:ext uri="{FF2B5EF4-FFF2-40B4-BE49-F238E27FC236}">
                <a16:creationId xmlns:a16="http://schemas.microsoft.com/office/drawing/2014/main" id="{013F7183-8106-583A-E714-E13CC0F807D6}"/>
              </a:ext>
            </a:extLst>
          </p:cNvPr>
          <p:cNvSpPr>
            <a:spLocks noGrp="1"/>
          </p:cNvSpPr>
          <p:nvPr>
            <p:ph type="title"/>
          </p:nvPr>
        </p:nvSpPr>
        <p:spPr/>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257242478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H Image Slide with Presentation Title" preserve="1" userDrawn="1">
  <p:cSld name="E+H Image Slide with Presentation Title">
    <p:spTree>
      <p:nvGrpSpPr>
        <p:cNvPr id="1" name=""/>
        <p:cNvGrpSpPr/>
        <p:nvPr/>
      </p:nvGrpSpPr>
      <p:grpSpPr>
        <a:xfrm>
          <a:off x="0" y="0"/>
          <a:ext cx="0" cy="0"/>
          <a:chOff x="0" y="0"/>
          <a:chExt cx="0" cy="0"/>
        </a:xfrm>
      </p:grpSpPr>
      <p:sp>
        <p:nvSpPr>
          <p:cNvPr id="2" name="BackgroundShape"/>
          <p:cNvSpPr>
            <a:spLocks/>
          </p:cNvSpPr>
          <p:nvPr userDrawn="1"/>
        </p:nvSpPr>
        <p:spPr>
          <a:xfrm>
            <a:off x="0" y="476250"/>
            <a:ext cx="12192000" cy="5797549"/>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0" y="476250"/>
            <a:ext cx="12192000" cy="5797549"/>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AB8D578B-D1BE-4120-B9F6-22DB673F898F}"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Tree>
    <p:extLst>
      <p:ext uri="{BB962C8B-B14F-4D97-AF65-F5344CB8AC3E}">
        <p14:creationId xmlns:p14="http://schemas.microsoft.com/office/powerpoint/2010/main" val="246002821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H Full-Image Slide" preserve="1" userDrawn="1">
  <p:cSld name="E+H Full-Image Slide">
    <p:spTree>
      <p:nvGrpSpPr>
        <p:cNvPr id="1" name=""/>
        <p:cNvGrpSpPr/>
        <p:nvPr/>
      </p:nvGrpSpPr>
      <p:grpSpPr>
        <a:xfrm>
          <a:off x="0" y="0"/>
          <a:ext cx="0" cy="0"/>
          <a:chOff x="0" y="0"/>
          <a:chExt cx="0" cy="0"/>
        </a:xfrm>
      </p:grpSpPr>
      <p:sp>
        <p:nvSpPr>
          <p:cNvPr id="2" name="BackgroundShape"/>
          <p:cNvSpPr>
            <a:spLocks/>
          </p:cNvSpPr>
          <p:nvPr userDrawn="1"/>
        </p:nvSpPr>
        <p:spPr>
          <a:xfrm>
            <a:off x="-1" y="-1"/>
            <a:ext cx="12192000" cy="6273800"/>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a:xfrm>
            <a:off x="-1" y="0"/>
            <a:ext cx="12192000" cy="6273800"/>
          </a:xfrm>
        </p:spPr>
        <p:txBody>
          <a:bodyPr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B9474FE2-3A9F-4602-B216-3854EAFF61F8}" type="slidenum">
              <a:rPr lang="en-US" smtClean="0"/>
              <a:pPr/>
              <a:t>‹#›</a:t>
            </a:fld>
            <a:endParaRPr lang="en-US" dirty="0"/>
          </a:p>
        </p:txBody>
      </p:sp>
    </p:spTree>
    <p:extLst>
      <p:ext uri="{BB962C8B-B14F-4D97-AF65-F5344CB8AC3E}">
        <p14:creationId xmlns:p14="http://schemas.microsoft.com/office/powerpoint/2010/main" val="71799543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E+H Image Slide with Textbox right" preserve="1" userDrawn="1">
  <p:cSld name="E+H Image Slide with Textbox right">
    <p:spTree>
      <p:nvGrpSpPr>
        <p:cNvPr id="1" name=""/>
        <p:cNvGrpSpPr/>
        <p:nvPr/>
      </p:nvGrpSpPr>
      <p:grpSpPr>
        <a:xfrm>
          <a:off x="0" y="0"/>
          <a:ext cx="0" cy="0"/>
          <a:chOff x="0" y="0"/>
          <a:chExt cx="0" cy="0"/>
        </a:xfrm>
      </p:grpSpPr>
      <p:sp>
        <p:nvSpPr>
          <p:cNvPr id="2" name="BackgroundShape"/>
          <p:cNvSpPr>
            <a:spLocks/>
          </p:cNvSpPr>
          <p:nvPr userDrawn="1"/>
        </p:nvSpPr>
        <p:spPr bwMode="gray">
          <a:xfrm>
            <a:off x="0" y="1160464"/>
            <a:ext cx="12192000" cy="5113336"/>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bwMode="gray">
          <a:xfrm>
            <a:off x="1" y="1160464"/>
            <a:ext cx="12192000" cy="5113336"/>
          </a:xfrm>
        </p:spPr>
        <p:txBody>
          <a:bodyPr rIns="5040000" bIns="0"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bwMode="gray"/>
        <p:txBody>
          <a:bodyPr/>
          <a:lstStyle/>
          <a:p>
            <a:r>
              <a:rPr lang="en-US"/>
              <a:t>Corbin Ferguson</a:t>
            </a:r>
            <a:endParaRPr lang="en-US" dirty="0"/>
          </a:p>
        </p:txBody>
      </p:sp>
      <p:sp>
        <p:nvSpPr>
          <p:cNvPr id="16" name="Slide Number Placeholder 15"/>
          <p:cNvSpPr>
            <a:spLocks noGrp="1"/>
          </p:cNvSpPr>
          <p:nvPr>
            <p:ph type="sldNum" sz="quarter" idx="20"/>
          </p:nvPr>
        </p:nvSpPr>
        <p:spPr bwMode="gray"/>
        <p:txBody>
          <a:bodyPr/>
          <a:lstStyle/>
          <a:p>
            <a:r>
              <a:rPr lang="en-US"/>
              <a:t>Slide </a:t>
            </a:r>
            <a:fld id="{A1BDF14E-E90E-4AB5-ADB5-699B7A2C57C4}" type="slidenum">
              <a:rPr lang="en-US" smtClean="0"/>
              <a:pPr/>
              <a:t>‹#›</a:t>
            </a:fld>
            <a:endParaRPr lang="en-US" dirty="0"/>
          </a:p>
        </p:txBody>
      </p:sp>
      <p:sp>
        <p:nvSpPr>
          <p:cNvPr id="3" name="Date Placeholder 2"/>
          <p:cNvSpPr>
            <a:spLocks noGrp="1"/>
          </p:cNvSpPr>
          <p:nvPr>
            <p:ph type="dt" sz="half" idx="21"/>
          </p:nvPr>
        </p:nvSpPr>
        <p:spPr bwMode="gray"/>
        <p:txBody>
          <a:bodyPr/>
          <a:lstStyle/>
          <a:p>
            <a:r>
              <a:rPr lang="en-US"/>
              <a:t>L5X Automation Build Tool</a:t>
            </a:r>
            <a:endParaRPr lang="en-US" dirty="0"/>
          </a:p>
        </p:txBody>
      </p:sp>
      <p:sp>
        <p:nvSpPr>
          <p:cNvPr id="7" name="Text Placeholder 6">
            <a:extLst>
              <a:ext uri="{FF2B5EF4-FFF2-40B4-BE49-F238E27FC236}">
                <a16:creationId xmlns:a16="http://schemas.microsoft.com/office/drawing/2014/main" id="{A5F34E1B-AD6D-3445-BC1E-E5AFFB2E1B80}"/>
              </a:ext>
            </a:extLst>
          </p:cNvPr>
          <p:cNvSpPr>
            <a:spLocks noGrp="1"/>
          </p:cNvSpPr>
          <p:nvPr>
            <p:ph type="body" sz="quarter" idx="22"/>
          </p:nvPr>
        </p:nvSpPr>
        <p:spPr bwMode="gray">
          <a:xfrm>
            <a:off x="6257925" y="1490694"/>
            <a:ext cx="5610224" cy="3622213"/>
          </a:xfrm>
          <a:solidFill>
            <a:srgbClr val="FFFFFF"/>
          </a:solidFill>
        </p:spPr>
        <p:txBody>
          <a:bodyPr lIns="180000" tIns="108000" rIns="180000" bIns="108000" anchor="t"/>
          <a:lstStyle>
            <a:lvl1pPr>
              <a:defRPr sz="2000">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4" name="Title 3">
            <a:extLst>
              <a:ext uri="{FF2B5EF4-FFF2-40B4-BE49-F238E27FC236}">
                <a16:creationId xmlns:a16="http://schemas.microsoft.com/office/drawing/2014/main" id="{C994EB4C-A660-5C8F-3D23-203CF3389DE7}"/>
              </a:ext>
            </a:extLst>
          </p:cNvPr>
          <p:cNvSpPr>
            <a:spLocks noGrp="1"/>
          </p:cNvSpPr>
          <p:nvPr>
            <p:ph type="title"/>
          </p:nvPr>
        </p:nvSpPr>
        <p:spPr bwMode="gray"/>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293154646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E+H Image Slide with Textbox left" preserve="1" userDrawn="1">
  <p:cSld name="E+H Image Slide with Textbox left">
    <p:spTree>
      <p:nvGrpSpPr>
        <p:cNvPr id="1" name=""/>
        <p:cNvGrpSpPr/>
        <p:nvPr/>
      </p:nvGrpSpPr>
      <p:grpSpPr>
        <a:xfrm>
          <a:off x="0" y="0"/>
          <a:ext cx="0" cy="0"/>
          <a:chOff x="0" y="0"/>
          <a:chExt cx="0" cy="0"/>
        </a:xfrm>
      </p:grpSpPr>
      <p:sp>
        <p:nvSpPr>
          <p:cNvPr id="2" name="BackgroundShape"/>
          <p:cNvSpPr>
            <a:spLocks/>
          </p:cNvSpPr>
          <p:nvPr userDrawn="1"/>
        </p:nvSpPr>
        <p:spPr bwMode="gray">
          <a:xfrm>
            <a:off x="0" y="1160464"/>
            <a:ext cx="12192000" cy="5113336"/>
          </a:xfrm>
          <a:prstGeom prst="rect">
            <a:avLst/>
          </a:prstGeom>
          <a:solidFill>
            <a:srgbClr val="C3CED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10" name="Picture Placeholder 9"/>
          <p:cNvSpPr>
            <a:spLocks noGrp="1"/>
          </p:cNvSpPr>
          <p:nvPr>
            <p:ph type="pic" sz="quarter" idx="17"/>
          </p:nvPr>
        </p:nvSpPr>
        <p:spPr bwMode="gray">
          <a:xfrm>
            <a:off x="0" y="1160464"/>
            <a:ext cx="12192000" cy="5113336"/>
          </a:xfrm>
        </p:spPr>
        <p:txBody>
          <a:bodyPr lIns="5040000" bIns="0" anchor="ctr"/>
          <a:lstStyle>
            <a:lvl1pPr marL="0" indent="0" algn="ctr">
              <a:buNone/>
              <a:defRPr/>
            </a:lvl1pPr>
          </a:lstStyle>
          <a:p>
            <a:r>
              <a:rPr lang="en-US" dirty="0"/>
              <a:t>Click icon to </a:t>
            </a:r>
            <a:r>
              <a:rPr lang="en-US"/>
              <a:t>add picture</a:t>
            </a:r>
            <a:endParaRPr lang="en-US" dirty="0"/>
          </a:p>
        </p:txBody>
      </p:sp>
      <p:sp>
        <p:nvSpPr>
          <p:cNvPr id="8" name="Footer Placeholder 7"/>
          <p:cNvSpPr>
            <a:spLocks noGrp="1"/>
          </p:cNvSpPr>
          <p:nvPr>
            <p:ph type="ftr" sz="quarter" idx="19"/>
          </p:nvPr>
        </p:nvSpPr>
        <p:spPr bwMode="gray"/>
        <p:txBody>
          <a:bodyPr/>
          <a:lstStyle/>
          <a:p>
            <a:r>
              <a:rPr lang="en-US"/>
              <a:t>Corbin Ferguson</a:t>
            </a:r>
            <a:endParaRPr lang="en-US" dirty="0"/>
          </a:p>
        </p:txBody>
      </p:sp>
      <p:sp>
        <p:nvSpPr>
          <p:cNvPr id="16" name="Slide Number Placeholder 15"/>
          <p:cNvSpPr>
            <a:spLocks noGrp="1"/>
          </p:cNvSpPr>
          <p:nvPr>
            <p:ph type="sldNum" sz="quarter" idx="20"/>
          </p:nvPr>
        </p:nvSpPr>
        <p:spPr bwMode="gray"/>
        <p:txBody>
          <a:bodyPr/>
          <a:lstStyle/>
          <a:p>
            <a:r>
              <a:rPr lang="en-US"/>
              <a:t>Slide </a:t>
            </a:r>
            <a:fld id="{BD2A48CD-DBC9-452A-B187-FA481C365613}" type="slidenum">
              <a:rPr lang="en-US" smtClean="0"/>
              <a:pPr/>
              <a:t>‹#›</a:t>
            </a:fld>
            <a:endParaRPr lang="en-US" dirty="0"/>
          </a:p>
        </p:txBody>
      </p:sp>
      <p:sp>
        <p:nvSpPr>
          <p:cNvPr id="3" name="Date Placeholder 2"/>
          <p:cNvSpPr>
            <a:spLocks noGrp="1"/>
          </p:cNvSpPr>
          <p:nvPr>
            <p:ph type="dt" sz="half" idx="21"/>
          </p:nvPr>
        </p:nvSpPr>
        <p:spPr bwMode="gray"/>
        <p:txBody>
          <a:bodyPr/>
          <a:lstStyle/>
          <a:p>
            <a:r>
              <a:rPr lang="en-US"/>
              <a:t>L5X Automation Build Tool</a:t>
            </a:r>
            <a:endParaRPr lang="en-US" dirty="0"/>
          </a:p>
        </p:txBody>
      </p:sp>
      <p:sp>
        <p:nvSpPr>
          <p:cNvPr id="7" name="Text Placeholder 6">
            <a:extLst>
              <a:ext uri="{FF2B5EF4-FFF2-40B4-BE49-F238E27FC236}">
                <a16:creationId xmlns:a16="http://schemas.microsoft.com/office/drawing/2014/main" id="{A5F34E1B-AD6D-3445-BC1E-E5AFFB2E1B80}"/>
              </a:ext>
            </a:extLst>
          </p:cNvPr>
          <p:cNvSpPr>
            <a:spLocks noGrp="1"/>
          </p:cNvSpPr>
          <p:nvPr>
            <p:ph type="body" sz="quarter" idx="22"/>
          </p:nvPr>
        </p:nvSpPr>
        <p:spPr bwMode="gray">
          <a:xfrm>
            <a:off x="334963" y="1490693"/>
            <a:ext cx="5610224" cy="3622213"/>
          </a:xfrm>
          <a:solidFill>
            <a:srgbClr val="FFFFFF"/>
          </a:solidFill>
        </p:spPr>
        <p:txBody>
          <a:bodyPr lIns="180000" tIns="108000" rIns="180000" bIns="108000" anchor="t"/>
          <a:lstStyle>
            <a:lvl1pPr>
              <a:defRPr sz="2000">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4" name="Title 3">
            <a:extLst>
              <a:ext uri="{FF2B5EF4-FFF2-40B4-BE49-F238E27FC236}">
                <a16:creationId xmlns:a16="http://schemas.microsoft.com/office/drawing/2014/main" id="{2868AE0A-861F-9829-2A3B-24C0FB7A0B16}"/>
              </a:ext>
            </a:extLst>
          </p:cNvPr>
          <p:cNvSpPr>
            <a:spLocks noGrp="1"/>
          </p:cNvSpPr>
          <p:nvPr>
            <p:ph type="title"/>
          </p:nvPr>
        </p:nvSpPr>
        <p:spPr bwMode="gray"/>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220330658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E+H Title and Bullet" preserve="1" userDrawn="1">
  <p:cSld name="E+H Title and Bullet">
    <p:spTree>
      <p:nvGrpSpPr>
        <p:cNvPr id="1" name=""/>
        <p:cNvGrpSpPr/>
        <p:nvPr/>
      </p:nvGrpSpPr>
      <p:grpSpPr>
        <a:xfrm>
          <a:off x="0" y="0"/>
          <a:ext cx="0" cy="0"/>
          <a:chOff x="0" y="0"/>
          <a:chExt cx="0" cy="0"/>
        </a:xfrm>
      </p:grpSpPr>
      <p:sp>
        <p:nvSpPr>
          <p:cNvPr id="2" name="Date Placeholder 1"/>
          <p:cNvSpPr>
            <a:spLocks noGrp="1"/>
          </p:cNvSpPr>
          <p:nvPr>
            <p:ph type="dt" sz="half" idx="14"/>
          </p:nvPr>
        </p:nvSpPr>
        <p:spPr/>
        <p:txBody>
          <a:bodyPr/>
          <a:lstStyle/>
          <a:p>
            <a:r>
              <a:rPr lang="en-US"/>
              <a:t>L5X Automation Build Tool</a:t>
            </a:r>
            <a:endParaRPr lang="en-US" dirty="0"/>
          </a:p>
        </p:txBody>
      </p:sp>
      <p:sp>
        <p:nvSpPr>
          <p:cNvPr id="10" name="Title 9"/>
          <p:cNvSpPr>
            <a:spLocks noGrp="1"/>
          </p:cNvSpPr>
          <p:nvPr>
            <p:ph type="title"/>
          </p:nvPr>
        </p:nvSpPr>
        <p:spPr/>
        <p:txBody>
          <a:bodyPr/>
          <a:lstStyle/>
          <a:p>
            <a:r>
              <a:rPr lang="en-US" dirty="0"/>
              <a:t>Click to edit Master </a:t>
            </a:r>
            <a:r>
              <a:rPr lang="en-US"/>
              <a:t>title style</a:t>
            </a:r>
            <a:endParaRPr lang="en-US" dirty="0"/>
          </a:p>
        </p:txBody>
      </p:sp>
      <p:sp>
        <p:nvSpPr>
          <p:cNvPr id="5" name="Fußzeilenplatzhalter 4"/>
          <p:cNvSpPr>
            <a:spLocks noGrp="1"/>
          </p:cNvSpPr>
          <p:nvPr>
            <p:ph type="ftr" sz="quarter" idx="15"/>
          </p:nvPr>
        </p:nvSpPr>
        <p:spPr/>
        <p:txBody>
          <a:bodyPr/>
          <a:lstStyle/>
          <a:p>
            <a:r>
              <a:rPr lang="en-US"/>
              <a:t>Corbin Ferguson</a:t>
            </a:r>
            <a:endParaRPr lang="en-US" dirty="0"/>
          </a:p>
        </p:txBody>
      </p:sp>
      <p:sp>
        <p:nvSpPr>
          <p:cNvPr id="6" name="Foliennummernplatzhalter 5"/>
          <p:cNvSpPr>
            <a:spLocks noGrp="1"/>
          </p:cNvSpPr>
          <p:nvPr>
            <p:ph type="sldNum" sz="quarter" idx="16"/>
          </p:nvPr>
        </p:nvSpPr>
        <p:spPr/>
        <p:txBody>
          <a:bodyPr/>
          <a:lstStyle/>
          <a:p>
            <a:r>
              <a:rPr lang="en-US"/>
              <a:t>Slide </a:t>
            </a:r>
            <a:fld id="{940729FE-BA25-4091-AFD8-2E328B342AE9}" type="slidenum">
              <a:rPr lang="en-US" smtClean="0"/>
              <a:pPr/>
              <a:t>‹#›</a:t>
            </a:fld>
            <a:endParaRPr lang="en-US" dirty="0"/>
          </a:p>
        </p:txBody>
      </p:sp>
      <p:sp>
        <p:nvSpPr>
          <p:cNvPr id="4" name="Text Placeholder 3"/>
          <p:cNvSpPr>
            <a:spLocks noGrp="1"/>
          </p:cNvSpPr>
          <p:nvPr>
            <p:ph type="body" sz="quarter" idx="17"/>
          </p:nvPr>
        </p:nvSpPr>
        <p:spPr>
          <a:xfrm>
            <a:off x="334962" y="1164474"/>
            <a:ext cx="9674225"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E+H Title and Text" preserve="1" userDrawn="1">
  <p:cSld name="E+H Title and Text">
    <p:spTree>
      <p:nvGrpSpPr>
        <p:cNvPr id="1" name=""/>
        <p:cNvGrpSpPr/>
        <p:nvPr/>
      </p:nvGrpSpPr>
      <p:grpSpPr>
        <a:xfrm>
          <a:off x="0" y="0"/>
          <a:ext cx="0" cy="0"/>
          <a:chOff x="0" y="0"/>
          <a:chExt cx="0" cy="0"/>
        </a:xfrm>
      </p:grpSpPr>
      <p:sp>
        <p:nvSpPr>
          <p:cNvPr id="7" name="txtContent"/>
          <p:cNvSpPr>
            <a:spLocks noGrp="1"/>
          </p:cNvSpPr>
          <p:nvPr>
            <p:ph type="body" sz="quarter" idx="13"/>
          </p:nvPr>
        </p:nvSpPr>
        <p:spPr>
          <a:xfrm>
            <a:off x="334962" y="1164474"/>
            <a:ext cx="9674225" cy="4928351"/>
          </a:xfrm>
        </p:spPr>
        <p:txBody>
          <a:bodyPr/>
          <a:lstStyle>
            <a:lvl1pPr marL="0" indent="0">
              <a:buFontTx/>
              <a:buNone/>
              <a:defRPr/>
            </a:lvl1pPr>
            <a:lvl2pPr marL="360363" indent="3175">
              <a:buFontTx/>
              <a:buNone/>
              <a:defRPr/>
            </a:lvl2pPr>
            <a:lvl3pPr marL="714375" indent="3175">
              <a:buFontTx/>
              <a:buNone/>
              <a:defRPr/>
            </a:lvl3pPr>
            <a:lvl4pPr marL="1074738" indent="0">
              <a:buFontTx/>
              <a:buNone/>
              <a:tabLst/>
              <a:defRPr/>
            </a:lvl4pPr>
            <a:lvl5pPr marL="1436688" indent="-3175">
              <a:buFontTx/>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Date Placeholder 2"/>
          <p:cNvSpPr>
            <a:spLocks noGrp="1"/>
          </p:cNvSpPr>
          <p:nvPr>
            <p:ph type="dt" sz="half" idx="14"/>
          </p:nvPr>
        </p:nvSpPr>
        <p:spPr/>
        <p:txBody>
          <a:bodyPr/>
          <a:lstStyle/>
          <a:p>
            <a:r>
              <a:rPr lang="en-US"/>
              <a:t>L5X Automation Build Tool</a:t>
            </a:r>
            <a:endParaRPr lang="en-US" dirty="0"/>
          </a:p>
        </p:txBody>
      </p:sp>
      <p:sp>
        <p:nvSpPr>
          <p:cNvPr id="4" name="Fußzeilenplatzhalter 3"/>
          <p:cNvSpPr>
            <a:spLocks noGrp="1"/>
          </p:cNvSpPr>
          <p:nvPr>
            <p:ph type="ftr" sz="quarter" idx="15"/>
          </p:nvPr>
        </p:nvSpPr>
        <p:spPr/>
        <p:txBody>
          <a:bodyPr/>
          <a:lstStyle/>
          <a:p>
            <a:r>
              <a:rPr lang="en-US"/>
              <a:t>Corbin Ferguson</a:t>
            </a:r>
            <a:endParaRPr lang="en-US" dirty="0"/>
          </a:p>
        </p:txBody>
      </p:sp>
      <p:sp>
        <p:nvSpPr>
          <p:cNvPr id="5" name="Foliennummernplatzhalter 4"/>
          <p:cNvSpPr>
            <a:spLocks noGrp="1"/>
          </p:cNvSpPr>
          <p:nvPr>
            <p:ph type="sldNum" sz="quarter" idx="16"/>
          </p:nvPr>
        </p:nvSpPr>
        <p:spPr/>
        <p:txBody>
          <a:bodyPr/>
          <a:lstStyle/>
          <a:p>
            <a:r>
              <a:rPr lang="en-US"/>
              <a:t>Slide </a:t>
            </a:r>
            <a:fld id="{343E2BDD-E02E-4050-BD42-EC51EC0E8A87}" type="slidenum">
              <a:rPr lang="en-US" smtClean="0"/>
              <a:pPr/>
              <a:t>‹#›</a:t>
            </a:fld>
            <a:endParaRPr lang="en-US" dirty="0"/>
          </a:p>
        </p:txBody>
      </p:sp>
      <p:sp>
        <p:nvSpPr>
          <p:cNvPr id="6" name="Title 5">
            <a:extLst>
              <a:ext uri="{FF2B5EF4-FFF2-40B4-BE49-F238E27FC236}">
                <a16:creationId xmlns:a16="http://schemas.microsoft.com/office/drawing/2014/main" id="{FE18E22C-1288-764D-1EB4-07225FF46C83}"/>
              </a:ext>
            </a:extLst>
          </p:cNvPr>
          <p:cNvSpPr>
            <a:spLocks noGrp="1"/>
          </p:cNvSpPr>
          <p:nvPr>
            <p:ph type="title"/>
          </p:nvPr>
        </p:nvSpPr>
        <p:spPr/>
        <p:txBody>
          <a:bodyPr/>
          <a:lstStyle/>
          <a:p>
            <a:r>
              <a:rPr lang="en-US" dirty="0"/>
              <a:t>Click to edit Master </a:t>
            </a:r>
            <a:r>
              <a:rPr lang="en-US"/>
              <a:t>title style</a:t>
            </a:r>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E+H Two Bullet" preserve="1" userDrawn="1">
  <p:cSld name="E+H Two Bulle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9" name="txtContent"/>
          <p:cNvSpPr>
            <a:spLocks noGrp="1"/>
          </p:cNvSpPr>
          <p:nvPr>
            <p:ph type="body" sz="quarter" idx="13"/>
          </p:nvPr>
        </p:nvSpPr>
        <p:spPr>
          <a:xfrm>
            <a:off x="334963"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10" name="txtContent2"/>
          <p:cNvSpPr>
            <a:spLocks noGrp="1"/>
          </p:cNvSpPr>
          <p:nvPr>
            <p:ph type="body" sz="quarter" idx="14"/>
          </p:nvPr>
        </p:nvSpPr>
        <p:spPr>
          <a:xfrm>
            <a:off x="6241037"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Date Placeholder 2"/>
          <p:cNvSpPr>
            <a:spLocks noGrp="1"/>
          </p:cNvSpPr>
          <p:nvPr>
            <p:ph type="dt" sz="half" idx="15"/>
          </p:nvPr>
        </p:nvSpPr>
        <p:spPr/>
        <p:txBody>
          <a:bodyPr/>
          <a:lstStyle/>
          <a:p>
            <a:r>
              <a:rPr lang="en-US"/>
              <a:t>L5X Automation Build Tool</a:t>
            </a:r>
            <a:endParaRPr lang="en-US" dirty="0"/>
          </a:p>
        </p:txBody>
      </p:sp>
      <p:sp>
        <p:nvSpPr>
          <p:cNvPr id="5" name="Fußzeilenplatzhalter 4"/>
          <p:cNvSpPr>
            <a:spLocks noGrp="1"/>
          </p:cNvSpPr>
          <p:nvPr>
            <p:ph type="ftr" sz="quarter" idx="16"/>
          </p:nvPr>
        </p:nvSpPr>
        <p:spPr/>
        <p:txBody>
          <a:bodyPr/>
          <a:lstStyle/>
          <a:p>
            <a:r>
              <a:rPr lang="en-US"/>
              <a:t>Corbin Ferguson</a:t>
            </a:r>
            <a:endParaRPr lang="en-US" dirty="0"/>
          </a:p>
        </p:txBody>
      </p:sp>
      <p:sp>
        <p:nvSpPr>
          <p:cNvPr id="6" name="Foliennummernplatzhalter 5"/>
          <p:cNvSpPr>
            <a:spLocks noGrp="1"/>
          </p:cNvSpPr>
          <p:nvPr>
            <p:ph type="sldNum" sz="quarter" idx="17"/>
          </p:nvPr>
        </p:nvSpPr>
        <p:spPr/>
        <p:txBody>
          <a:bodyPr/>
          <a:lstStyle/>
          <a:p>
            <a:r>
              <a:rPr lang="en-US"/>
              <a:t>Slide </a:t>
            </a:r>
            <a:fld id="{F69B32E4-A3B1-4121-886C-E5C1259A949B}"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E+H Two Text" preserve="1" userDrawn="1">
  <p:cSld name="E+H Two Tex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9" name="txtContent"/>
          <p:cNvSpPr>
            <a:spLocks noGrp="1"/>
          </p:cNvSpPr>
          <p:nvPr>
            <p:ph type="body" sz="quarter" idx="13"/>
          </p:nvPr>
        </p:nvSpPr>
        <p:spPr>
          <a:xfrm>
            <a:off x="334963" y="1164474"/>
            <a:ext cx="5616000" cy="4928351"/>
          </a:xfrm>
        </p:spPr>
        <p:txBody>
          <a:bodyPr/>
          <a:lstStyle>
            <a:lvl1pPr marL="0" indent="0">
              <a:buNone/>
              <a:defRPr/>
            </a:lvl1pPr>
            <a:lvl2pPr marL="360363" indent="3175">
              <a:buNone/>
              <a:defRPr/>
            </a:lvl2pPr>
            <a:lvl3pPr marL="714375" indent="3175">
              <a:buNone/>
              <a:defRPr/>
            </a:lvl3pPr>
            <a:lvl4pPr marL="1076325" indent="4763">
              <a:buNone/>
              <a:defRPr/>
            </a:lvl4pPr>
            <a:lvl5pPr marL="1436688" indent="-3175">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10" name="txtContent2"/>
          <p:cNvSpPr>
            <a:spLocks noGrp="1"/>
          </p:cNvSpPr>
          <p:nvPr>
            <p:ph type="body" sz="quarter" idx="14"/>
          </p:nvPr>
        </p:nvSpPr>
        <p:spPr>
          <a:xfrm>
            <a:off x="6241037" y="1164474"/>
            <a:ext cx="5616000" cy="4928351"/>
          </a:xfrm>
        </p:spPr>
        <p:txBody>
          <a:bodyPr/>
          <a:lstStyle>
            <a:lvl1pPr marL="0" indent="0">
              <a:buFontTx/>
              <a:buNone/>
              <a:defRPr/>
            </a:lvl1pPr>
            <a:lvl2pPr marL="360363" indent="3175">
              <a:buFontTx/>
              <a:buNone/>
              <a:defRPr/>
            </a:lvl2pPr>
            <a:lvl3pPr marL="714375" indent="3175">
              <a:buFontTx/>
              <a:buNone/>
              <a:defRPr/>
            </a:lvl3pPr>
            <a:lvl4pPr marL="1076325" indent="-1588">
              <a:buFontTx/>
              <a:buNone/>
              <a:defRPr/>
            </a:lvl4pPr>
            <a:lvl5pPr marL="1436688" indent="-3175">
              <a:buFontTx/>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Date Placeholder 2"/>
          <p:cNvSpPr>
            <a:spLocks noGrp="1"/>
          </p:cNvSpPr>
          <p:nvPr>
            <p:ph type="dt" sz="half" idx="15"/>
          </p:nvPr>
        </p:nvSpPr>
        <p:spPr/>
        <p:txBody>
          <a:bodyPr/>
          <a:lstStyle/>
          <a:p>
            <a:r>
              <a:rPr lang="en-US"/>
              <a:t>L5X Automation Build Tool</a:t>
            </a:r>
            <a:endParaRPr lang="en-US" dirty="0"/>
          </a:p>
        </p:txBody>
      </p:sp>
      <p:sp>
        <p:nvSpPr>
          <p:cNvPr id="5" name="Fußzeilenplatzhalter 4"/>
          <p:cNvSpPr>
            <a:spLocks noGrp="1"/>
          </p:cNvSpPr>
          <p:nvPr>
            <p:ph type="ftr" sz="quarter" idx="16"/>
          </p:nvPr>
        </p:nvSpPr>
        <p:spPr/>
        <p:txBody>
          <a:bodyPr/>
          <a:lstStyle/>
          <a:p>
            <a:r>
              <a:rPr lang="en-US"/>
              <a:t>Corbin Ferguson</a:t>
            </a:r>
            <a:endParaRPr lang="en-US" dirty="0"/>
          </a:p>
        </p:txBody>
      </p:sp>
      <p:sp>
        <p:nvSpPr>
          <p:cNvPr id="6" name="Foliennummernplatzhalter 5"/>
          <p:cNvSpPr>
            <a:spLocks noGrp="1"/>
          </p:cNvSpPr>
          <p:nvPr>
            <p:ph type="sldNum" sz="quarter" idx="17"/>
          </p:nvPr>
        </p:nvSpPr>
        <p:spPr/>
        <p:txBody>
          <a:bodyPr/>
          <a:lstStyle/>
          <a:p>
            <a:r>
              <a:rPr lang="en-US"/>
              <a:t>Slide </a:t>
            </a:r>
            <a:fld id="{680D187E-C626-4B51-8466-9A2272A4B8C1}"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E+H Two Content" preserve="1" userDrawn="1">
  <p:cSld name="E+H Two Conten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8" name="Date Placeholder 7"/>
          <p:cNvSpPr>
            <a:spLocks noGrp="1"/>
          </p:cNvSpPr>
          <p:nvPr>
            <p:ph type="dt" sz="half" idx="10"/>
          </p:nvPr>
        </p:nvSpPr>
        <p:spPr/>
        <p:txBody>
          <a:bodyPr/>
          <a:lstStyle/>
          <a:p>
            <a:r>
              <a:rPr lang="en-US"/>
              <a:t>L5X Automation Build Tool</a:t>
            </a:r>
            <a:endParaRPr lang="en-US" dirty="0"/>
          </a:p>
        </p:txBody>
      </p:sp>
      <p:sp>
        <p:nvSpPr>
          <p:cNvPr id="4" name="Content Placeholder 3"/>
          <p:cNvSpPr>
            <a:spLocks noGrp="1"/>
          </p:cNvSpPr>
          <p:nvPr>
            <p:ph sz="quarter" idx="13"/>
          </p:nvPr>
        </p:nvSpPr>
        <p:spPr>
          <a:xfrm>
            <a:off x="334963"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11" name="Content Placeholder 3"/>
          <p:cNvSpPr>
            <a:spLocks noGrp="1"/>
          </p:cNvSpPr>
          <p:nvPr>
            <p:ph sz="quarter" idx="14"/>
          </p:nvPr>
        </p:nvSpPr>
        <p:spPr>
          <a:xfrm>
            <a:off x="6241037"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3" name="Fußzeilenplatzhalter 2"/>
          <p:cNvSpPr>
            <a:spLocks noGrp="1"/>
          </p:cNvSpPr>
          <p:nvPr>
            <p:ph type="ftr" sz="quarter" idx="15"/>
          </p:nvPr>
        </p:nvSpPr>
        <p:spPr/>
        <p:txBody>
          <a:bodyPr/>
          <a:lstStyle/>
          <a:p>
            <a:r>
              <a:rPr lang="en-US"/>
              <a:t>Corbin Ferguson</a:t>
            </a:r>
            <a:endParaRPr lang="en-US" dirty="0"/>
          </a:p>
        </p:txBody>
      </p:sp>
      <p:sp>
        <p:nvSpPr>
          <p:cNvPr id="5" name="Foliennummernplatzhalter 4"/>
          <p:cNvSpPr>
            <a:spLocks noGrp="1"/>
          </p:cNvSpPr>
          <p:nvPr>
            <p:ph type="sldNum" sz="quarter" idx="16"/>
          </p:nvPr>
        </p:nvSpPr>
        <p:spPr/>
        <p:txBody>
          <a:bodyPr/>
          <a:lstStyle/>
          <a:p>
            <a:r>
              <a:rPr lang="en-US"/>
              <a:t>Slide </a:t>
            </a:r>
            <a:fld id="{628FA54D-953C-47EB-A7E0-4AE7B797E29E}"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E+H Image and Content" preserve="1" userDrawn="1">
  <p:cSld name="E+H Image and Content">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3" name="txtContent"/>
          <p:cNvSpPr>
            <a:spLocks noGrp="1"/>
          </p:cNvSpPr>
          <p:nvPr>
            <p:ph idx="1"/>
          </p:nvPr>
        </p:nvSpPr>
        <p:spPr>
          <a:xfrm>
            <a:off x="6241037" y="1164474"/>
            <a:ext cx="5616000" cy="492835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L5X Automation Build Tool</a:t>
            </a:r>
            <a:endParaRPr lang="en-US" dirty="0"/>
          </a:p>
        </p:txBody>
      </p:sp>
      <p:sp>
        <p:nvSpPr>
          <p:cNvPr id="4" name="Fußzeilenplatzhalter 3"/>
          <p:cNvSpPr>
            <a:spLocks noGrp="1"/>
          </p:cNvSpPr>
          <p:nvPr>
            <p:ph type="ftr" sz="quarter" idx="11"/>
          </p:nvPr>
        </p:nvSpPr>
        <p:spPr/>
        <p:txBody>
          <a:bodyPr/>
          <a:lstStyle/>
          <a:p>
            <a:r>
              <a:rPr lang="en-US"/>
              <a:t>Corbin Ferguson</a:t>
            </a:r>
            <a:endParaRPr lang="en-US" dirty="0"/>
          </a:p>
        </p:txBody>
      </p:sp>
      <p:sp>
        <p:nvSpPr>
          <p:cNvPr id="5" name="Foliennummernplatzhalter 4"/>
          <p:cNvSpPr>
            <a:spLocks noGrp="1"/>
          </p:cNvSpPr>
          <p:nvPr>
            <p:ph type="sldNum" sz="quarter" idx="12"/>
          </p:nvPr>
        </p:nvSpPr>
        <p:spPr/>
        <p:txBody>
          <a:bodyPr/>
          <a:lstStyle/>
          <a:p>
            <a:r>
              <a:rPr lang="en-US"/>
              <a:t>Slide </a:t>
            </a:r>
            <a:fld id="{27814C39-D19F-4924-8254-47FE7D97AAB9}" type="slidenum">
              <a:rPr lang="en-US" smtClean="0"/>
              <a:pPr/>
              <a:t>‹#›</a:t>
            </a:fld>
            <a:endParaRPr lang="en-US" dirty="0"/>
          </a:p>
        </p:txBody>
      </p:sp>
      <p:sp>
        <p:nvSpPr>
          <p:cNvPr id="6" name="Picture Placeholder">
            <a:extLst>
              <a:ext uri="{FF2B5EF4-FFF2-40B4-BE49-F238E27FC236}">
                <a16:creationId xmlns:a16="http://schemas.microsoft.com/office/drawing/2014/main" id="{B28E9016-A8C4-CD79-F407-4696103FFFD7}"/>
              </a:ext>
            </a:extLst>
          </p:cNvPr>
          <p:cNvSpPr>
            <a:spLocks noGrp="1"/>
          </p:cNvSpPr>
          <p:nvPr>
            <p:ph type="pic" sz="quarter" idx="18"/>
          </p:nvPr>
        </p:nvSpPr>
        <p:spPr>
          <a:xfrm>
            <a:off x="0" y="1164474"/>
            <a:ext cx="5939999" cy="510921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397788039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E+H Title Only" type="titleOnly" preserve="1">
  <p:cSld name="E+H Title Only">
    <p:spTree>
      <p:nvGrpSpPr>
        <p:cNvPr id="1" name=""/>
        <p:cNvGrpSpPr/>
        <p:nvPr/>
      </p:nvGrpSpPr>
      <p:grpSpPr>
        <a:xfrm>
          <a:off x="0" y="0"/>
          <a:ext cx="0" cy="0"/>
          <a:chOff x="0" y="0"/>
          <a:chExt cx="0" cy="0"/>
        </a:xfrm>
      </p:grpSpPr>
      <p:sp>
        <p:nvSpPr>
          <p:cNvPr id="2" name="txtTitle"/>
          <p:cNvSpPr>
            <a:spLocks noGrp="1"/>
          </p:cNvSpPr>
          <p:nvPr>
            <p:ph type="title"/>
          </p:nvPr>
        </p:nvSpPr>
        <p:spPr/>
        <p:txBody>
          <a:bodyPr/>
          <a:lstStyle/>
          <a:p>
            <a:r>
              <a:rPr lang="en-US" dirty="0"/>
              <a:t>Click to edit Master </a:t>
            </a:r>
            <a:r>
              <a:rPr lang="en-US"/>
              <a:t>title style</a:t>
            </a:r>
            <a:endParaRPr lang="en-US" dirty="0"/>
          </a:p>
        </p:txBody>
      </p:sp>
      <p:sp>
        <p:nvSpPr>
          <p:cNvPr id="6" name="Date Placeholder 5"/>
          <p:cNvSpPr>
            <a:spLocks noGrp="1"/>
          </p:cNvSpPr>
          <p:nvPr>
            <p:ph type="dt" sz="half" idx="10"/>
          </p:nvPr>
        </p:nvSpPr>
        <p:spPr/>
        <p:txBody>
          <a:bodyPr/>
          <a:lstStyle/>
          <a:p>
            <a:r>
              <a:rPr lang="en-US"/>
              <a:t>L5X Automation Build Tool</a:t>
            </a:r>
            <a:endParaRPr lang="en-US" dirty="0"/>
          </a:p>
        </p:txBody>
      </p:sp>
      <p:sp>
        <p:nvSpPr>
          <p:cNvPr id="3" name="Fußzeilenplatzhalter 2"/>
          <p:cNvSpPr>
            <a:spLocks noGrp="1"/>
          </p:cNvSpPr>
          <p:nvPr>
            <p:ph type="ftr" sz="quarter" idx="11"/>
          </p:nvPr>
        </p:nvSpPr>
        <p:spPr/>
        <p:txBody>
          <a:bodyPr/>
          <a:lstStyle/>
          <a:p>
            <a:r>
              <a:rPr lang="en-US"/>
              <a:t>Corbin Ferguson</a:t>
            </a:r>
            <a:endParaRPr lang="en-US" dirty="0"/>
          </a:p>
        </p:txBody>
      </p:sp>
      <p:sp>
        <p:nvSpPr>
          <p:cNvPr id="4" name="Foliennummernplatzhalter 3"/>
          <p:cNvSpPr>
            <a:spLocks noGrp="1"/>
          </p:cNvSpPr>
          <p:nvPr>
            <p:ph type="sldNum" sz="quarter" idx="12"/>
          </p:nvPr>
        </p:nvSpPr>
        <p:spPr/>
        <p:txBody>
          <a:bodyPr/>
          <a:lstStyle/>
          <a:p>
            <a:r>
              <a:rPr lang="en-US"/>
              <a:t>Slide </a:t>
            </a:r>
            <a:fld id="{69048511-0E36-4E5E-B3C2-BFBC94833B38}"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E+H Blank" type="blank" preserve="1">
  <p:cSld name="E+H Blank">
    <p:spTree>
      <p:nvGrpSpPr>
        <p:cNvPr id="1" name=""/>
        <p:cNvGrpSpPr/>
        <p:nvPr/>
      </p:nvGrpSpPr>
      <p:grpSpPr>
        <a:xfrm>
          <a:off x="0" y="0"/>
          <a:ext cx="0" cy="0"/>
          <a:chOff x="0" y="0"/>
          <a:chExt cx="0" cy="0"/>
        </a:xfrm>
      </p:grpSpPr>
      <p:sp>
        <p:nvSpPr>
          <p:cNvPr id="2" name="txtPresentationTitle"/>
          <p:cNvSpPr>
            <a:spLocks noGrp="1"/>
          </p:cNvSpPr>
          <p:nvPr>
            <p:ph type="dt" sz="half" idx="10"/>
          </p:nvPr>
        </p:nvSpPr>
        <p:spPr/>
        <p:txBody>
          <a:bodyPr/>
          <a:lstStyle>
            <a:lvl1pPr>
              <a:defRPr>
                <a:latin typeface="E+H Serif" pitchFamily="18" charset="0"/>
              </a:defRPr>
            </a:lvl1pPr>
          </a:lstStyle>
          <a:p>
            <a:r>
              <a:rPr lang="en-US"/>
              <a:t>L5X Automation Build Tool</a:t>
            </a:r>
            <a:endParaRPr lang="en-US" dirty="0"/>
          </a:p>
        </p:txBody>
      </p:sp>
      <p:sp>
        <p:nvSpPr>
          <p:cNvPr id="6" name="Fußzeilenplatzhalter 5"/>
          <p:cNvSpPr>
            <a:spLocks noGrp="1"/>
          </p:cNvSpPr>
          <p:nvPr>
            <p:ph type="ftr" sz="quarter" idx="11"/>
          </p:nvPr>
        </p:nvSpPr>
        <p:spPr/>
        <p:txBody>
          <a:bodyPr/>
          <a:lstStyle/>
          <a:p>
            <a:r>
              <a:rPr lang="en-US"/>
              <a:t>Corbin Ferguson</a:t>
            </a:r>
            <a:endParaRPr lang="en-US" dirty="0"/>
          </a:p>
        </p:txBody>
      </p:sp>
      <p:sp>
        <p:nvSpPr>
          <p:cNvPr id="7" name="Foliennummernplatzhalter 6"/>
          <p:cNvSpPr>
            <a:spLocks noGrp="1"/>
          </p:cNvSpPr>
          <p:nvPr>
            <p:ph type="sldNum" sz="quarter" idx="12"/>
          </p:nvPr>
        </p:nvSpPr>
        <p:spPr/>
        <p:txBody>
          <a:bodyPr/>
          <a:lstStyle/>
          <a:p>
            <a:r>
              <a:rPr lang="en-US"/>
              <a:t>Slide </a:t>
            </a:r>
            <a:fld id="{1FFAA990-6A5A-43B1-9F3A-35849958460F}" type="slidenum">
              <a:rPr lang="en-US" smtClean="0"/>
              <a:pPr/>
              <a:t>‹#›</a:t>
            </a:fld>
            <a:endParaRPr lang="en-US" dirty="0"/>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H Title and Key Message" preserve="1" userDrawn="1">
  <p:cSld name="E+H Title and Key Messag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6E20C1E5-F548-499B-913C-4F88DF8882C6}"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717946"/>
            <a:ext cx="9674224"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add big headline and use </a:t>
            </a:r>
            <a:br>
              <a:rPr lang="en-US"/>
            </a:br>
            <a:r>
              <a:rPr lang="en-US"/>
              <a:t>bold and magenta 2 to highlight text</a:t>
            </a:r>
            <a:br>
              <a:rPr lang="en-US"/>
            </a:br>
            <a:r>
              <a:rPr lang="en-US"/>
              <a:t>Max. 3 lines</a:t>
            </a:r>
            <a:endParaRPr lang="en-US" dirty="0"/>
          </a:p>
        </p:txBody>
      </p:sp>
      <p:sp>
        <p:nvSpPr>
          <p:cNvPr id="4" name="Title 3">
            <a:extLst>
              <a:ext uri="{FF2B5EF4-FFF2-40B4-BE49-F238E27FC236}">
                <a16:creationId xmlns:a16="http://schemas.microsoft.com/office/drawing/2014/main" id="{9706AF5B-93C0-C940-D443-2B90F6845767}"/>
              </a:ext>
            </a:extLst>
          </p:cNvPr>
          <p:cNvSpPr>
            <a:spLocks noGrp="1"/>
          </p:cNvSpPr>
          <p:nvPr>
            <p:ph type="title"/>
          </p:nvPr>
        </p:nvSpPr>
        <p:spPr/>
        <p:txBody>
          <a:bodyPr/>
          <a:lstStyle/>
          <a:p>
            <a:r>
              <a:rPr lang="en-US" dirty="0"/>
              <a:t>Click to edit Master </a:t>
            </a:r>
            <a:r>
              <a:rPr lang="en-US"/>
              <a:t>title style</a:t>
            </a:r>
            <a:endParaRPr lang="en-US" dirty="0"/>
          </a:p>
        </p:txBody>
      </p:sp>
    </p:spTree>
    <p:extLst>
      <p:ext uri="{BB962C8B-B14F-4D97-AF65-F5344CB8AC3E}">
        <p14:creationId xmlns:p14="http://schemas.microsoft.com/office/powerpoint/2010/main" val="411808030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E+H Key Message and Presentation Title" preserve="1" userDrawn="1">
  <p:cSld name="E+H Key Message and Presentation Title">
    <p:spTree>
      <p:nvGrpSpPr>
        <p:cNvPr id="1" name=""/>
        <p:cNvGrpSpPr/>
        <p:nvPr/>
      </p:nvGrpSpPr>
      <p:grpSpPr>
        <a:xfrm>
          <a:off x="0" y="0"/>
          <a:ext cx="0" cy="0"/>
          <a:chOff x="0" y="0"/>
          <a:chExt cx="0" cy="0"/>
        </a:xfrm>
      </p:grpSpPr>
      <p:sp>
        <p:nvSpPr>
          <p:cNvPr id="2" name="BackgroundShape"/>
          <p:cNvSpPr>
            <a:spLocks/>
          </p:cNvSpPr>
          <p:nvPr userDrawn="1"/>
        </p:nvSpPr>
        <p:spPr>
          <a:xfrm>
            <a:off x="0" y="476250"/>
            <a:ext cx="12192000" cy="579754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E67B7E7B-F1E4-4106-A015-B558F3849B4D}"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375840"/>
            <a:ext cx="9674224"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add big headline and use </a:t>
            </a:r>
            <a:br>
              <a:rPr lang="en-US"/>
            </a:br>
            <a:r>
              <a:rPr lang="en-US"/>
              <a:t>bold and magenta 2 to highlight text</a:t>
            </a:r>
            <a:br>
              <a:rPr lang="en-US"/>
            </a:br>
            <a:r>
              <a:rPr lang="en-US"/>
              <a:t>Max. 3 lines</a:t>
            </a:r>
            <a:endParaRPr lang="en-US" dirty="0"/>
          </a:p>
        </p:txBody>
      </p:sp>
    </p:spTree>
    <p:extLst>
      <p:ext uri="{BB962C8B-B14F-4D97-AF65-F5344CB8AC3E}">
        <p14:creationId xmlns:p14="http://schemas.microsoft.com/office/powerpoint/2010/main" val="344985903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E+H Key Message Only" preserve="1" userDrawn="1">
  <p:cSld name="E+H Key Message Only">
    <p:spTree>
      <p:nvGrpSpPr>
        <p:cNvPr id="1" name=""/>
        <p:cNvGrpSpPr/>
        <p:nvPr/>
      </p:nvGrpSpPr>
      <p:grpSpPr>
        <a:xfrm>
          <a:off x="0" y="0"/>
          <a:ext cx="0" cy="0"/>
          <a:chOff x="0" y="0"/>
          <a:chExt cx="0" cy="0"/>
        </a:xfrm>
      </p:grpSpPr>
      <p:sp>
        <p:nvSpPr>
          <p:cNvPr id="2" name="BackgroundShape"/>
          <p:cNvSpPr>
            <a:spLocks/>
          </p:cNvSpPr>
          <p:nvPr userDrawn="1"/>
        </p:nvSpPr>
        <p:spPr>
          <a:xfrm>
            <a:off x="0" y="0"/>
            <a:ext cx="12192000" cy="627379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7EA8AA53-9C4F-4DCE-A9C9-2916F882A037}" type="slidenum">
              <a:rPr lang="en-US" smtClean="0"/>
              <a:pPr/>
              <a:t>‹#›</a:t>
            </a:fld>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137715"/>
            <a:ext cx="9674224"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add big headline and use </a:t>
            </a:r>
            <a:br>
              <a:rPr lang="en-US"/>
            </a:br>
            <a:r>
              <a:rPr lang="en-US"/>
              <a:t>bold and magenta 2 to highlight text</a:t>
            </a:r>
            <a:br>
              <a:rPr lang="en-US"/>
            </a:br>
            <a:r>
              <a:rPr lang="en-US"/>
              <a:t>Max. 3 lines</a:t>
            </a:r>
            <a:endParaRPr lang="en-US" dirty="0"/>
          </a:p>
        </p:txBody>
      </p:sp>
    </p:spTree>
    <p:extLst>
      <p:ext uri="{BB962C8B-B14F-4D97-AF65-F5344CB8AC3E}">
        <p14:creationId xmlns:p14="http://schemas.microsoft.com/office/powerpoint/2010/main" val="241205615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E+H Title and Key Message with Image" preserve="1" userDrawn="1">
  <p:cSld name="E+H Title and Key Message with Imag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65C28B69-0ECC-4CE1-8476-C6DD7B8CD209}"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717946"/>
            <a:ext cx="5616000"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Add big headline and use </a:t>
            </a:r>
            <a:br>
              <a:rPr lang="en-US"/>
            </a:br>
            <a:r>
              <a:rPr lang="en-US"/>
              <a:t>bold and magenta 2 to </a:t>
            </a:r>
            <a:br>
              <a:rPr lang="en-US"/>
            </a:br>
            <a:r>
              <a:rPr lang="en-US"/>
              <a:t>highlight text</a:t>
            </a:r>
            <a:endParaRPr lang="en-US" dirty="0"/>
          </a:p>
        </p:txBody>
      </p:sp>
      <p:sp>
        <p:nvSpPr>
          <p:cNvPr id="4" name="Title 3">
            <a:extLst>
              <a:ext uri="{FF2B5EF4-FFF2-40B4-BE49-F238E27FC236}">
                <a16:creationId xmlns:a16="http://schemas.microsoft.com/office/drawing/2014/main" id="{9706AF5B-93C0-C940-D443-2B90F6845767}"/>
              </a:ext>
            </a:extLst>
          </p:cNvPr>
          <p:cNvSpPr>
            <a:spLocks noGrp="1"/>
          </p:cNvSpPr>
          <p:nvPr>
            <p:ph type="title"/>
          </p:nvPr>
        </p:nvSpPr>
        <p:spPr/>
        <p:txBody>
          <a:bodyPr/>
          <a:lstStyle/>
          <a:p>
            <a:r>
              <a:rPr lang="en-US" dirty="0"/>
              <a:t>Click to edit Master </a:t>
            </a:r>
            <a:r>
              <a:rPr lang="en-US"/>
              <a:t>title style</a:t>
            </a:r>
            <a:endParaRPr lang="en-US" dirty="0"/>
          </a:p>
        </p:txBody>
      </p:sp>
      <p:sp>
        <p:nvSpPr>
          <p:cNvPr id="5" name="Picture Placeholder">
            <a:extLst>
              <a:ext uri="{FF2B5EF4-FFF2-40B4-BE49-F238E27FC236}">
                <a16:creationId xmlns:a16="http://schemas.microsoft.com/office/drawing/2014/main" id="{15419148-7595-E954-B772-51FA9905EB7A}"/>
              </a:ext>
            </a:extLst>
          </p:cNvPr>
          <p:cNvSpPr>
            <a:spLocks noGrp="1"/>
          </p:cNvSpPr>
          <p:nvPr>
            <p:ph type="pic" sz="quarter" idx="18"/>
          </p:nvPr>
        </p:nvSpPr>
        <p:spPr>
          <a:xfrm>
            <a:off x="6252000" y="1160462"/>
            <a:ext cx="5940000" cy="5113337"/>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1824204192"/>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E+H Key Message and Presentation Title with Image" preserve="1" userDrawn="1">
  <p:cSld name="E+H Key Message and Presentation Title with Image">
    <p:spTree>
      <p:nvGrpSpPr>
        <p:cNvPr id="1" name=""/>
        <p:cNvGrpSpPr/>
        <p:nvPr/>
      </p:nvGrpSpPr>
      <p:grpSpPr>
        <a:xfrm>
          <a:off x="0" y="0"/>
          <a:ext cx="0" cy="0"/>
          <a:chOff x="0" y="0"/>
          <a:chExt cx="0" cy="0"/>
        </a:xfrm>
      </p:grpSpPr>
      <p:sp>
        <p:nvSpPr>
          <p:cNvPr id="2" name="BackgroundShape"/>
          <p:cNvSpPr>
            <a:spLocks/>
          </p:cNvSpPr>
          <p:nvPr userDrawn="1"/>
        </p:nvSpPr>
        <p:spPr>
          <a:xfrm>
            <a:off x="0" y="476250"/>
            <a:ext cx="12192000" cy="579754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218C7E1E-45A5-4A00-9ED0-4D8CCCD0B0C9}" type="slidenum">
              <a:rPr lang="en-US" smtClean="0"/>
              <a:pPr/>
              <a:t>‹#›</a:t>
            </a:fld>
            <a:endParaRPr lang="en-US" dirty="0"/>
          </a:p>
        </p:txBody>
      </p:sp>
      <p:sp>
        <p:nvSpPr>
          <p:cNvPr id="3" name="Date Placeholder 2"/>
          <p:cNvSpPr>
            <a:spLocks noGrp="1"/>
          </p:cNvSpPr>
          <p:nvPr>
            <p:ph type="dt" sz="half" idx="21"/>
          </p:nvPr>
        </p:nvSpPr>
        <p:spPr/>
        <p:txBody>
          <a:bodyPr/>
          <a:lstStyle/>
          <a:p>
            <a:r>
              <a:rPr lang="en-US"/>
              <a:t>L5X Automation Build Tool</a:t>
            </a:r>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375840"/>
            <a:ext cx="5616000"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Add big headline and use </a:t>
            </a:r>
            <a:br>
              <a:rPr lang="en-US"/>
            </a:br>
            <a:r>
              <a:rPr lang="en-US"/>
              <a:t>bold and magenta 2 to </a:t>
            </a:r>
            <a:br>
              <a:rPr lang="en-US"/>
            </a:br>
            <a:r>
              <a:rPr lang="en-US"/>
              <a:t>highlight text</a:t>
            </a:r>
            <a:endParaRPr lang="en-US" dirty="0"/>
          </a:p>
        </p:txBody>
      </p:sp>
      <p:sp>
        <p:nvSpPr>
          <p:cNvPr id="4" name="Picture Placeholder">
            <a:extLst>
              <a:ext uri="{FF2B5EF4-FFF2-40B4-BE49-F238E27FC236}">
                <a16:creationId xmlns:a16="http://schemas.microsoft.com/office/drawing/2014/main" id="{138A463F-BD68-4CBB-95FA-90342D714A0A}"/>
              </a:ext>
            </a:extLst>
          </p:cNvPr>
          <p:cNvSpPr>
            <a:spLocks noGrp="1"/>
          </p:cNvSpPr>
          <p:nvPr>
            <p:ph type="pic" sz="quarter" idx="18"/>
          </p:nvPr>
        </p:nvSpPr>
        <p:spPr>
          <a:xfrm>
            <a:off x="6252000" y="476250"/>
            <a:ext cx="5940000" cy="579755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175022573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E+H Key Message with Image" preserve="1" userDrawn="1">
  <p:cSld name="E+H Key Message with Image">
    <p:spTree>
      <p:nvGrpSpPr>
        <p:cNvPr id="1" name=""/>
        <p:cNvGrpSpPr/>
        <p:nvPr/>
      </p:nvGrpSpPr>
      <p:grpSpPr>
        <a:xfrm>
          <a:off x="0" y="0"/>
          <a:ext cx="0" cy="0"/>
          <a:chOff x="0" y="0"/>
          <a:chExt cx="0" cy="0"/>
        </a:xfrm>
      </p:grpSpPr>
      <p:sp>
        <p:nvSpPr>
          <p:cNvPr id="2" name="BackgroundShape"/>
          <p:cNvSpPr>
            <a:spLocks/>
          </p:cNvSpPr>
          <p:nvPr userDrawn="1"/>
        </p:nvSpPr>
        <p:spPr>
          <a:xfrm>
            <a:off x="0" y="0"/>
            <a:ext cx="12192000" cy="6273799"/>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p:txBody>
          <a:bodyPr/>
          <a:lstStyle/>
          <a:p>
            <a:r>
              <a:rPr lang="en-US"/>
              <a:t>Corbin Ferguson</a:t>
            </a:r>
            <a:endParaRPr lang="en-US" dirty="0"/>
          </a:p>
        </p:txBody>
      </p:sp>
      <p:sp>
        <p:nvSpPr>
          <p:cNvPr id="16" name="Slide Number Placeholder 15"/>
          <p:cNvSpPr>
            <a:spLocks noGrp="1"/>
          </p:cNvSpPr>
          <p:nvPr>
            <p:ph type="sldNum" sz="quarter" idx="20"/>
          </p:nvPr>
        </p:nvSpPr>
        <p:spPr/>
        <p:txBody>
          <a:bodyPr/>
          <a:lstStyle/>
          <a:p>
            <a:r>
              <a:rPr lang="en-US"/>
              <a:t>Slide </a:t>
            </a:r>
            <a:fld id="{66FC1F99-620F-4439-AB96-01EB7B8DCA4F}" type="slidenum">
              <a:rPr lang="en-US" smtClean="0"/>
              <a:pPr/>
              <a:t>‹#›</a:t>
            </a:fld>
            <a:endParaRPr lang="en-US" dirty="0"/>
          </a:p>
        </p:txBody>
      </p:sp>
      <p:sp>
        <p:nvSpPr>
          <p:cNvPr id="9" name="txtSubtitle">
            <a:extLst>
              <a:ext uri="{FF2B5EF4-FFF2-40B4-BE49-F238E27FC236}">
                <a16:creationId xmlns:a16="http://schemas.microsoft.com/office/drawing/2014/main" id="{F93BAA17-470B-06A6-5BA5-1A1977B330FD}"/>
              </a:ext>
            </a:extLst>
          </p:cNvPr>
          <p:cNvSpPr>
            <a:spLocks noGrp="1"/>
          </p:cNvSpPr>
          <p:nvPr>
            <p:ph type="subTitle" idx="1" hasCustomPrompt="1"/>
          </p:nvPr>
        </p:nvSpPr>
        <p:spPr>
          <a:xfrm>
            <a:off x="334964" y="2137715"/>
            <a:ext cx="5616000" cy="1998368"/>
          </a:xfrm>
          <a:noFill/>
          <a:ln w="9525">
            <a:noFill/>
            <a:miter lim="800000"/>
            <a:headEnd/>
            <a:tailEnd/>
          </a:ln>
          <a:effectLst/>
        </p:spPr>
        <p:txBody>
          <a:bodyPr vert="horz" wrap="square" lIns="0" tIns="0" rIns="0" bIns="0" numCol="1" anchor="ctr" anchorCtr="0" compatLnSpc="1">
            <a:prstTxWarp prst="textNoShape">
              <a:avLst/>
            </a:prstTxWarp>
            <a:noAutofit/>
          </a:bodyPr>
          <a:lstStyle>
            <a:lvl1pPr marL="0" indent="0" algn="l" rtl="0" eaLnBrk="1" fontAlgn="base" hangingPunct="1">
              <a:lnSpc>
                <a:spcPct val="110000"/>
              </a:lnSpc>
              <a:spcBef>
                <a:spcPts val="0"/>
              </a:spcBef>
              <a:spcAft>
                <a:spcPct val="0"/>
              </a:spcAft>
              <a:buClr>
                <a:srgbClr val="0088FF"/>
              </a:buClr>
              <a:buFont typeface="Wingdings" pitchFamily="2" charset="2"/>
              <a:buNone/>
              <a:defRPr lang="en-US" sz="4000" smtClean="0">
                <a:solidFill>
                  <a:srgbClr val="000000"/>
                </a:solidFill>
                <a:latin typeface="E+H Serif" pitchFamily="18" charset="0"/>
                <a:ea typeface="+mn-ea"/>
                <a:cs typeface="+mn-cs"/>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Add big headline and use </a:t>
            </a:r>
            <a:br>
              <a:rPr lang="en-US"/>
            </a:br>
            <a:r>
              <a:rPr lang="en-US"/>
              <a:t>bold and magenta 2 to </a:t>
            </a:r>
            <a:br>
              <a:rPr lang="en-US"/>
            </a:br>
            <a:r>
              <a:rPr lang="en-US"/>
              <a:t>highlight text</a:t>
            </a:r>
            <a:endParaRPr lang="en-US" dirty="0"/>
          </a:p>
        </p:txBody>
      </p:sp>
      <p:sp>
        <p:nvSpPr>
          <p:cNvPr id="3" name="Picture Placeholder">
            <a:extLst>
              <a:ext uri="{FF2B5EF4-FFF2-40B4-BE49-F238E27FC236}">
                <a16:creationId xmlns:a16="http://schemas.microsoft.com/office/drawing/2014/main" id="{FF150D8E-0548-E10C-6F34-5141FFE9B4D1}"/>
              </a:ext>
            </a:extLst>
          </p:cNvPr>
          <p:cNvSpPr>
            <a:spLocks noGrp="1"/>
          </p:cNvSpPr>
          <p:nvPr>
            <p:ph type="pic" sz="quarter" idx="18"/>
          </p:nvPr>
        </p:nvSpPr>
        <p:spPr>
          <a:xfrm>
            <a:off x="6252000" y="0"/>
            <a:ext cx="5940000" cy="6273800"/>
          </a:xfrm>
        </p:spPr>
        <p:txBody>
          <a:bodyPr tIns="68400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Tree>
    <p:extLst>
      <p:ext uri="{BB962C8B-B14F-4D97-AF65-F5344CB8AC3E}">
        <p14:creationId xmlns:p14="http://schemas.microsoft.com/office/powerpoint/2010/main" val="341635398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extLst>
    <p:ext uri="{DCECCB84-F9BA-43D5-87BE-67443E8EF086}">
      <p15:sldGuideLst xmlns:p15="http://schemas.microsoft.com/office/powerpoint/2012/main">
        <p15:guide id="1" orient="horz" pos="30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E+H Empty Stage" preserve="1" userDrawn="1">
  <p:cSld name="E+H Empty Stage">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20B16CBE-2AFF-403D-8D86-637EC97BAC31}" type="slidenum">
              <a:rPr lang="en-US" smtClean="0"/>
              <a:pPr/>
              <a:t>‹#›</a:t>
            </a:fld>
            <a:endParaRPr lang="en-US" dirty="0"/>
          </a:p>
        </p:txBody>
      </p:sp>
    </p:spTree>
    <p:extLst>
      <p:ext uri="{BB962C8B-B14F-4D97-AF65-F5344CB8AC3E}">
        <p14:creationId xmlns:p14="http://schemas.microsoft.com/office/powerpoint/2010/main" val="54139510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E+H Stage with 2 Images" preserve="1" userDrawn="1">
  <p:cSld name="E+H Stage with 2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BD85F571-E3E7-4341-A539-80B0F571DCD9}"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5580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6279197" y="1502992"/>
            <a:ext cx="5580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59" y="5656389"/>
            <a:ext cx="5580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6279197" y="5656389"/>
            <a:ext cx="5580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3273470629"/>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E+H Stage with 3 Images" preserve="1" userDrawn="1">
  <p:cSld name="E+H Stage with 3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630F7F18-EA4E-4FD2-A441-9E807585002D}"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2" y="1502993"/>
            <a:ext cx="3636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4278000" y="1502992"/>
            <a:ext cx="3636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5656389"/>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4277999" y="5656389"/>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8221038" y="1502992"/>
            <a:ext cx="36360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8221037" y="5656389"/>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89940373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E+H Stage with 4 Images" preserve="1" userDrawn="1">
  <p:cSld name="E+H Stage with 4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B74BA5F5-4FF6-4AB5-AB78-550711D28A31}"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3296055" y="1502992"/>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3296055"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6257146" y="1502992"/>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6257146"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6" name="Picture Placeholder">
            <a:extLst>
              <a:ext uri="{FF2B5EF4-FFF2-40B4-BE49-F238E27FC236}">
                <a16:creationId xmlns:a16="http://schemas.microsoft.com/office/drawing/2014/main" id="{1A84B836-5CE7-5EE0-CDF2-A107C93FA036}"/>
              </a:ext>
            </a:extLst>
          </p:cNvPr>
          <p:cNvSpPr>
            <a:spLocks noGrp="1"/>
          </p:cNvSpPr>
          <p:nvPr>
            <p:ph type="pic" sz="quarter" idx="26"/>
          </p:nvPr>
        </p:nvSpPr>
        <p:spPr>
          <a:xfrm>
            <a:off x="9218238" y="1502992"/>
            <a:ext cx="2638800" cy="4140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7" name="Text Placeholder 4">
            <a:extLst>
              <a:ext uri="{FF2B5EF4-FFF2-40B4-BE49-F238E27FC236}">
                <a16:creationId xmlns:a16="http://schemas.microsoft.com/office/drawing/2014/main" id="{40F41D30-0941-52E1-A218-4E816B9502AF}"/>
              </a:ext>
            </a:extLst>
          </p:cNvPr>
          <p:cNvSpPr>
            <a:spLocks noGrp="1"/>
          </p:cNvSpPr>
          <p:nvPr>
            <p:ph type="body" sz="quarter" idx="27"/>
          </p:nvPr>
        </p:nvSpPr>
        <p:spPr>
          <a:xfrm>
            <a:off x="9218238" y="5656389"/>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177061320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E+H Stage with 4 Images and 4 Textboxes" preserve="1" userDrawn="1">
  <p:cSld name="E+H Stage with 4 Images and 4 Textbox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mn-lt"/>
            </a:endParaRPr>
          </a:p>
        </p:txBody>
      </p:sp>
      <p:sp>
        <p:nvSpPr>
          <p:cNvPr id="5" name="Rectangle 4">
            <a:extLst>
              <a:ext uri="{FF2B5EF4-FFF2-40B4-BE49-F238E27FC236}">
                <a16:creationId xmlns:a16="http://schemas.microsoft.com/office/drawing/2014/main" id="{48839E3B-9FC7-E7E5-CF82-FC84A8E772A7}"/>
              </a:ext>
            </a:extLst>
          </p:cNvPr>
          <p:cNvSpPr>
            <a:spLocks/>
          </p:cNvSpPr>
          <p:nvPr userDrawn="1"/>
        </p:nvSpPr>
        <p:spPr>
          <a:xfrm>
            <a:off x="334961"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15" name="Rectangle 14">
            <a:extLst>
              <a:ext uri="{FF2B5EF4-FFF2-40B4-BE49-F238E27FC236}">
                <a16:creationId xmlns:a16="http://schemas.microsoft.com/office/drawing/2014/main" id="{AF043ACB-5E31-E85D-848F-DF3E9588B98C}"/>
              </a:ext>
            </a:extLst>
          </p:cNvPr>
          <p:cNvSpPr>
            <a:spLocks/>
          </p:cNvSpPr>
          <p:nvPr userDrawn="1"/>
        </p:nvSpPr>
        <p:spPr>
          <a:xfrm>
            <a:off x="9218238"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18" name="Rectangle 17">
            <a:extLst>
              <a:ext uri="{FF2B5EF4-FFF2-40B4-BE49-F238E27FC236}">
                <a16:creationId xmlns:a16="http://schemas.microsoft.com/office/drawing/2014/main" id="{01C9D9A2-BB40-F9AC-29E3-24515EBE9480}"/>
              </a:ext>
            </a:extLst>
          </p:cNvPr>
          <p:cNvSpPr>
            <a:spLocks/>
          </p:cNvSpPr>
          <p:nvPr userDrawn="1"/>
        </p:nvSpPr>
        <p:spPr>
          <a:xfrm>
            <a:off x="6257146"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19" name="Rectangle 18">
            <a:extLst>
              <a:ext uri="{FF2B5EF4-FFF2-40B4-BE49-F238E27FC236}">
                <a16:creationId xmlns:a16="http://schemas.microsoft.com/office/drawing/2014/main" id="{D24913A3-A7F3-80D8-AFF9-AA0EBA99C35C}"/>
              </a:ext>
            </a:extLst>
          </p:cNvPr>
          <p:cNvSpPr>
            <a:spLocks/>
          </p:cNvSpPr>
          <p:nvPr userDrawn="1"/>
        </p:nvSpPr>
        <p:spPr>
          <a:xfrm>
            <a:off x="3296055" y="3269456"/>
            <a:ext cx="2638800" cy="264463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solidFill>
                <a:srgbClr val="FFFFFF"/>
              </a:solidFill>
              <a:latin typeface="+mn-lt"/>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875E6480-50D2-4DA9-8AD6-9F3265CB5EFC}"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3296055" y="1502992"/>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6257146" y="1502992"/>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16" name="Picture Placeholder">
            <a:extLst>
              <a:ext uri="{FF2B5EF4-FFF2-40B4-BE49-F238E27FC236}">
                <a16:creationId xmlns:a16="http://schemas.microsoft.com/office/drawing/2014/main" id="{1A84B836-5CE7-5EE0-CDF2-A107C93FA036}"/>
              </a:ext>
            </a:extLst>
          </p:cNvPr>
          <p:cNvSpPr>
            <a:spLocks noGrp="1"/>
          </p:cNvSpPr>
          <p:nvPr>
            <p:ph type="pic" sz="quarter" idx="26"/>
          </p:nvPr>
        </p:nvSpPr>
        <p:spPr>
          <a:xfrm>
            <a:off x="9218238" y="1502992"/>
            <a:ext cx="2638800" cy="1764000"/>
          </a:xfrm>
        </p:spPr>
        <p:txBody>
          <a:bodyPr tIns="0" anchor="ctr"/>
          <a:lstStyle>
            <a:lvl1pPr marL="0" indent="0" algn="ctr">
              <a:buFontTx/>
              <a:buNone/>
              <a:defRPr>
                <a:latin typeface="+mn-lt"/>
              </a:defRPr>
            </a:lvl1pPr>
          </a:lstStyle>
          <a:p>
            <a:r>
              <a:rPr lang="en-US" dirty="0"/>
              <a:t>Click icon to </a:t>
            </a:r>
            <a:r>
              <a:rPr lang="en-US"/>
              <a:t>add picture</a:t>
            </a:r>
            <a:endParaRPr lang="en-US" dirty="0"/>
          </a:p>
        </p:txBody>
      </p:sp>
      <p:sp>
        <p:nvSpPr>
          <p:cNvPr id="22" name="Text Placeholder 4">
            <a:extLst>
              <a:ext uri="{FF2B5EF4-FFF2-40B4-BE49-F238E27FC236}">
                <a16:creationId xmlns:a16="http://schemas.microsoft.com/office/drawing/2014/main" id="{97B0522E-A4C6-13E7-023D-EF9BE275BD15}"/>
              </a:ext>
            </a:extLst>
          </p:cNvPr>
          <p:cNvSpPr>
            <a:spLocks noGrp="1"/>
          </p:cNvSpPr>
          <p:nvPr>
            <p:ph type="body" sz="quarter" idx="28"/>
          </p:nvPr>
        </p:nvSpPr>
        <p:spPr>
          <a:xfrm>
            <a:off x="334961"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atin typeface="+mn-lt"/>
              </a:defRPr>
            </a:lvl3pPr>
          </a:lstStyle>
          <a:p>
            <a:pPr lvl="0"/>
            <a:r>
              <a:rPr lang="en-US" dirty="0"/>
              <a:t>Click to edit Master text styles</a:t>
            </a:r>
          </a:p>
        </p:txBody>
      </p:sp>
      <p:sp>
        <p:nvSpPr>
          <p:cNvPr id="23" name="Text Placeholder 4">
            <a:extLst>
              <a:ext uri="{FF2B5EF4-FFF2-40B4-BE49-F238E27FC236}">
                <a16:creationId xmlns:a16="http://schemas.microsoft.com/office/drawing/2014/main" id="{F75E8FCE-4029-B345-4006-191F49E60442}"/>
              </a:ext>
            </a:extLst>
          </p:cNvPr>
          <p:cNvSpPr>
            <a:spLocks noGrp="1"/>
          </p:cNvSpPr>
          <p:nvPr>
            <p:ph type="body" sz="quarter" idx="29"/>
          </p:nvPr>
        </p:nvSpPr>
        <p:spPr>
          <a:xfrm>
            <a:off x="3296055"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24" name="Text Placeholder 4">
            <a:extLst>
              <a:ext uri="{FF2B5EF4-FFF2-40B4-BE49-F238E27FC236}">
                <a16:creationId xmlns:a16="http://schemas.microsoft.com/office/drawing/2014/main" id="{7B7D13C8-34EB-0FF4-4D7A-272D6191734D}"/>
              </a:ext>
            </a:extLst>
          </p:cNvPr>
          <p:cNvSpPr>
            <a:spLocks noGrp="1"/>
          </p:cNvSpPr>
          <p:nvPr>
            <p:ph type="body" sz="quarter" idx="30"/>
          </p:nvPr>
        </p:nvSpPr>
        <p:spPr>
          <a:xfrm>
            <a:off x="3296055"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vl3pPr>
          </a:lstStyle>
          <a:p>
            <a:pPr lvl="0"/>
            <a:r>
              <a:rPr lang="en-US" dirty="0"/>
              <a:t>Click to edit Master text styles</a:t>
            </a:r>
          </a:p>
        </p:txBody>
      </p:sp>
      <p:sp>
        <p:nvSpPr>
          <p:cNvPr id="25" name="Text Placeholder 4">
            <a:extLst>
              <a:ext uri="{FF2B5EF4-FFF2-40B4-BE49-F238E27FC236}">
                <a16:creationId xmlns:a16="http://schemas.microsoft.com/office/drawing/2014/main" id="{10EBB08D-993B-007A-6A37-6589A1F993AC}"/>
              </a:ext>
            </a:extLst>
          </p:cNvPr>
          <p:cNvSpPr>
            <a:spLocks noGrp="1"/>
          </p:cNvSpPr>
          <p:nvPr>
            <p:ph type="body" sz="quarter" idx="31"/>
          </p:nvPr>
        </p:nvSpPr>
        <p:spPr>
          <a:xfrm>
            <a:off x="6257146"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26" name="Text Placeholder 4">
            <a:extLst>
              <a:ext uri="{FF2B5EF4-FFF2-40B4-BE49-F238E27FC236}">
                <a16:creationId xmlns:a16="http://schemas.microsoft.com/office/drawing/2014/main" id="{BA31B30C-1A02-5B20-61D6-8790A9864FF5}"/>
              </a:ext>
            </a:extLst>
          </p:cNvPr>
          <p:cNvSpPr>
            <a:spLocks noGrp="1"/>
          </p:cNvSpPr>
          <p:nvPr>
            <p:ph type="body" sz="quarter" idx="32"/>
          </p:nvPr>
        </p:nvSpPr>
        <p:spPr>
          <a:xfrm>
            <a:off x="6257146"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atin typeface="+mn-lt"/>
              </a:defRPr>
            </a:lvl3pPr>
          </a:lstStyle>
          <a:p>
            <a:pPr lvl="0"/>
            <a:r>
              <a:rPr lang="en-US" dirty="0"/>
              <a:t>Click to edit Master text styles</a:t>
            </a:r>
          </a:p>
        </p:txBody>
      </p:sp>
      <p:sp>
        <p:nvSpPr>
          <p:cNvPr id="27" name="Text Placeholder 4">
            <a:extLst>
              <a:ext uri="{FF2B5EF4-FFF2-40B4-BE49-F238E27FC236}">
                <a16:creationId xmlns:a16="http://schemas.microsoft.com/office/drawing/2014/main" id="{99A9520D-2ED1-8F53-E749-CB65E4E23735}"/>
              </a:ext>
            </a:extLst>
          </p:cNvPr>
          <p:cNvSpPr>
            <a:spLocks noGrp="1"/>
          </p:cNvSpPr>
          <p:nvPr>
            <p:ph type="body" sz="quarter" idx="33"/>
          </p:nvPr>
        </p:nvSpPr>
        <p:spPr>
          <a:xfrm>
            <a:off x="9218238" y="3269457"/>
            <a:ext cx="2638800" cy="431131"/>
          </a:xfrm>
        </p:spPr>
        <p:txBody>
          <a:bodyPr wrap="square" lIns="108000" tIns="108000" rIns="108000" bIns="0">
            <a:noAutofit/>
          </a:bodyPr>
          <a:lstStyle>
            <a:lvl1pPr marL="0" indent="0">
              <a:buNone/>
              <a:defRPr sz="2000" b="1">
                <a:latin typeface="+mj-lt"/>
              </a:defRPr>
            </a:lvl1pPr>
          </a:lstStyle>
          <a:p>
            <a:pPr lvl="0"/>
            <a:r>
              <a:rPr lang="en-US" dirty="0"/>
              <a:t>Click to edit Master text styles</a:t>
            </a:r>
          </a:p>
        </p:txBody>
      </p:sp>
      <p:sp>
        <p:nvSpPr>
          <p:cNvPr id="28" name="Text Placeholder 4">
            <a:extLst>
              <a:ext uri="{FF2B5EF4-FFF2-40B4-BE49-F238E27FC236}">
                <a16:creationId xmlns:a16="http://schemas.microsoft.com/office/drawing/2014/main" id="{5E92F566-3848-CC23-CAC6-F48269BC155D}"/>
              </a:ext>
            </a:extLst>
          </p:cNvPr>
          <p:cNvSpPr>
            <a:spLocks noGrp="1"/>
          </p:cNvSpPr>
          <p:nvPr>
            <p:ph type="body" sz="quarter" idx="34"/>
          </p:nvPr>
        </p:nvSpPr>
        <p:spPr>
          <a:xfrm>
            <a:off x="9218238" y="3705225"/>
            <a:ext cx="2638800" cy="2209803"/>
          </a:xfrm>
        </p:spPr>
        <p:txBody>
          <a:bodyPr wrap="square" lIns="108000" tIns="36000" rIns="108000" bIns="108000">
            <a:noAutofit/>
          </a:bodyPr>
          <a:lstStyle>
            <a:lvl1pPr marL="234000" indent="-234000">
              <a:spcAft>
                <a:spcPts val="0"/>
              </a:spcAft>
              <a:buFont typeface="E+H Sans" panose="020B0404050202020204" pitchFamily="34" charset="0"/>
              <a:buChar char="•"/>
              <a:defRPr sz="1600">
                <a:latin typeface="+mn-lt"/>
              </a:defRPr>
            </a:lvl1pPr>
            <a:lvl2pPr marL="468000" indent="-234000">
              <a:spcAft>
                <a:spcPts val="0"/>
              </a:spcAft>
              <a:defRPr sz="1600">
                <a:latin typeface="+mn-lt"/>
              </a:defRPr>
            </a:lvl2pPr>
            <a:lvl3pPr marL="702000" indent="-234000">
              <a:spcAft>
                <a:spcPts val="0"/>
              </a:spcAft>
              <a:defRPr>
                <a:latin typeface="+mn-lt"/>
              </a:defRPr>
            </a:lvl3pPr>
          </a:lstStyle>
          <a:p>
            <a:pPr lvl="0"/>
            <a:r>
              <a:rPr lang="en-US" dirty="0"/>
              <a:t>Click to edit Master text styles</a:t>
            </a:r>
          </a:p>
        </p:txBody>
      </p:sp>
    </p:spTree>
    <p:extLst>
      <p:ext uri="{BB962C8B-B14F-4D97-AF65-F5344CB8AC3E}">
        <p14:creationId xmlns:p14="http://schemas.microsoft.com/office/powerpoint/2010/main" val="2407958056"/>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E+H Stage with 6 Images" preserve="1" userDrawn="1">
  <p:cSld name="E+H Stage with 6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C8362038-8291-46E9-AA8A-5F1696A29CAF}"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4278001" y="150299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327566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4278001" y="327566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8221038" y="150299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8221038" y="327566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8" name="Picture Placeholder">
            <a:extLst>
              <a:ext uri="{FF2B5EF4-FFF2-40B4-BE49-F238E27FC236}">
                <a16:creationId xmlns:a16="http://schemas.microsoft.com/office/drawing/2014/main" id="{161E03FE-7D98-7D56-E8D3-D80F4260384C}"/>
              </a:ext>
            </a:extLst>
          </p:cNvPr>
          <p:cNvSpPr>
            <a:spLocks noGrp="1"/>
          </p:cNvSpPr>
          <p:nvPr>
            <p:ph type="pic" sz="quarter" idx="26"/>
          </p:nvPr>
        </p:nvSpPr>
        <p:spPr>
          <a:xfrm>
            <a:off x="334964" y="3885403"/>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9" name="Picture Placeholder">
            <a:extLst>
              <a:ext uri="{FF2B5EF4-FFF2-40B4-BE49-F238E27FC236}">
                <a16:creationId xmlns:a16="http://schemas.microsoft.com/office/drawing/2014/main" id="{BB286F25-5959-7B81-F3AF-490F13BA8E04}"/>
              </a:ext>
            </a:extLst>
          </p:cNvPr>
          <p:cNvSpPr>
            <a:spLocks noGrp="1"/>
          </p:cNvSpPr>
          <p:nvPr>
            <p:ph type="pic" sz="quarter" idx="27"/>
          </p:nvPr>
        </p:nvSpPr>
        <p:spPr>
          <a:xfrm>
            <a:off x="4278001" y="388540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0" name="Text Placeholder 4">
            <a:extLst>
              <a:ext uri="{FF2B5EF4-FFF2-40B4-BE49-F238E27FC236}">
                <a16:creationId xmlns:a16="http://schemas.microsoft.com/office/drawing/2014/main" id="{F26CAA86-CAC2-70D1-6841-4F23F7146ADA}"/>
              </a:ext>
            </a:extLst>
          </p:cNvPr>
          <p:cNvSpPr>
            <a:spLocks noGrp="1"/>
          </p:cNvSpPr>
          <p:nvPr>
            <p:ph type="body" sz="quarter" idx="28"/>
          </p:nvPr>
        </p:nvSpPr>
        <p:spPr>
          <a:xfrm>
            <a:off x="334961" y="565807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1" name="Text Placeholder 4">
            <a:extLst>
              <a:ext uri="{FF2B5EF4-FFF2-40B4-BE49-F238E27FC236}">
                <a16:creationId xmlns:a16="http://schemas.microsoft.com/office/drawing/2014/main" id="{BBBE7BD6-C0B3-5D34-C248-1645E9386F7A}"/>
              </a:ext>
            </a:extLst>
          </p:cNvPr>
          <p:cNvSpPr>
            <a:spLocks noGrp="1"/>
          </p:cNvSpPr>
          <p:nvPr>
            <p:ph type="body" sz="quarter" idx="29"/>
          </p:nvPr>
        </p:nvSpPr>
        <p:spPr>
          <a:xfrm>
            <a:off x="4278001" y="565807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2" name="Picture Placeholder">
            <a:extLst>
              <a:ext uri="{FF2B5EF4-FFF2-40B4-BE49-F238E27FC236}">
                <a16:creationId xmlns:a16="http://schemas.microsoft.com/office/drawing/2014/main" id="{5BC1B288-E49B-7C1D-698C-50A1C95D2E65}"/>
              </a:ext>
            </a:extLst>
          </p:cNvPr>
          <p:cNvSpPr>
            <a:spLocks noGrp="1"/>
          </p:cNvSpPr>
          <p:nvPr>
            <p:ph type="pic" sz="quarter" idx="30"/>
          </p:nvPr>
        </p:nvSpPr>
        <p:spPr>
          <a:xfrm>
            <a:off x="8221038" y="3885402"/>
            <a:ext cx="36360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3" name="Text Placeholder 4">
            <a:extLst>
              <a:ext uri="{FF2B5EF4-FFF2-40B4-BE49-F238E27FC236}">
                <a16:creationId xmlns:a16="http://schemas.microsoft.com/office/drawing/2014/main" id="{2A1A70B9-D6E7-2189-A687-1E141C5DBDFC}"/>
              </a:ext>
            </a:extLst>
          </p:cNvPr>
          <p:cNvSpPr>
            <a:spLocks noGrp="1"/>
          </p:cNvSpPr>
          <p:nvPr>
            <p:ph type="body" sz="quarter" idx="31"/>
          </p:nvPr>
        </p:nvSpPr>
        <p:spPr>
          <a:xfrm>
            <a:off x="8221038" y="5658070"/>
            <a:ext cx="36360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180269869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E+H Stage with 8 Images" preserve="1" userDrawn="1">
  <p:cSld name="E+H Stage with 8 Images">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16D5F3D6-4A6B-4F70-9276-4176D6715FA0}" type="slidenum">
              <a:rPr lang="en-US" smtClean="0"/>
              <a:pPr/>
              <a:t>‹#›</a:t>
            </a:fld>
            <a:endParaRPr lang="en-US" dirty="0"/>
          </a:p>
        </p:txBody>
      </p:sp>
      <p:sp>
        <p:nvSpPr>
          <p:cNvPr id="3" name="Picture Placeholder">
            <a:extLst>
              <a:ext uri="{FF2B5EF4-FFF2-40B4-BE49-F238E27FC236}">
                <a16:creationId xmlns:a16="http://schemas.microsoft.com/office/drawing/2014/main" id="{A691B02A-543E-3EA3-7210-40626B83FD7B}"/>
              </a:ext>
            </a:extLst>
          </p:cNvPr>
          <p:cNvSpPr>
            <a:spLocks noGrp="1"/>
          </p:cNvSpPr>
          <p:nvPr>
            <p:ph type="pic" sz="quarter" idx="18"/>
          </p:nvPr>
        </p:nvSpPr>
        <p:spPr>
          <a:xfrm>
            <a:off x="334964" y="1502993"/>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6" name="Picture Placeholder">
            <a:extLst>
              <a:ext uri="{FF2B5EF4-FFF2-40B4-BE49-F238E27FC236}">
                <a16:creationId xmlns:a16="http://schemas.microsoft.com/office/drawing/2014/main" id="{0D8F85E9-C5C0-7E53-18E3-FEDEBA392FB2}"/>
              </a:ext>
            </a:extLst>
          </p:cNvPr>
          <p:cNvSpPr>
            <a:spLocks noGrp="1"/>
          </p:cNvSpPr>
          <p:nvPr>
            <p:ph type="pic" sz="quarter" idx="19"/>
          </p:nvPr>
        </p:nvSpPr>
        <p:spPr>
          <a:xfrm>
            <a:off x="3296055" y="150299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8" name="Text Placeholder 4">
            <a:extLst>
              <a:ext uri="{FF2B5EF4-FFF2-40B4-BE49-F238E27FC236}">
                <a16:creationId xmlns:a16="http://schemas.microsoft.com/office/drawing/2014/main" id="{9EEF7C7C-5696-D848-FAC0-DFCB84919395}"/>
              </a:ext>
            </a:extLst>
          </p:cNvPr>
          <p:cNvSpPr>
            <a:spLocks noGrp="1"/>
          </p:cNvSpPr>
          <p:nvPr>
            <p:ph type="body" sz="quarter" idx="22"/>
          </p:nvPr>
        </p:nvSpPr>
        <p:spPr>
          <a:xfrm>
            <a:off x="334961"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9" name="Text Placeholder 4">
            <a:extLst>
              <a:ext uri="{FF2B5EF4-FFF2-40B4-BE49-F238E27FC236}">
                <a16:creationId xmlns:a16="http://schemas.microsoft.com/office/drawing/2014/main" id="{3525A73A-0313-5BE9-D609-F046732591EC}"/>
              </a:ext>
            </a:extLst>
          </p:cNvPr>
          <p:cNvSpPr>
            <a:spLocks noGrp="1"/>
          </p:cNvSpPr>
          <p:nvPr>
            <p:ph type="body" sz="quarter" idx="23"/>
          </p:nvPr>
        </p:nvSpPr>
        <p:spPr>
          <a:xfrm>
            <a:off x="3296055"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1" name="Picture Placeholder">
            <a:extLst>
              <a:ext uri="{FF2B5EF4-FFF2-40B4-BE49-F238E27FC236}">
                <a16:creationId xmlns:a16="http://schemas.microsoft.com/office/drawing/2014/main" id="{FB934382-ACF8-C2F7-5D8A-613F01EF61CD}"/>
              </a:ext>
            </a:extLst>
          </p:cNvPr>
          <p:cNvSpPr>
            <a:spLocks noGrp="1"/>
          </p:cNvSpPr>
          <p:nvPr>
            <p:ph type="pic" sz="quarter" idx="24"/>
          </p:nvPr>
        </p:nvSpPr>
        <p:spPr>
          <a:xfrm>
            <a:off x="6257146" y="150299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4" name="Text Placeholder 4">
            <a:extLst>
              <a:ext uri="{FF2B5EF4-FFF2-40B4-BE49-F238E27FC236}">
                <a16:creationId xmlns:a16="http://schemas.microsoft.com/office/drawing/2014/main" id="{9CE17DCE-F494-124D-F468-5ACB2EDAFB8E}"/>
              </a:ext>
            </a:extLst>
          </p:cNvPr>
          <p:cNvSpPr>
            <a:spLocks noGrp="1"/>
          </p:cNvSpPr>
          <p:nvPr>
            <p:ph type="body" sz="quarter" idx="25"/>
          </p:nvPr>
        </p:nvSpPr>
        <p:spPr>
          <a:xfrm>
            <a:off x="6257146"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8" name="Picture Placeholder">
            <a:extLst>
              <a:ext uri="{FF2B5EF4-FFF2-40B4-BE49-F238E27FC236}">
                <a16:creationId xmlns:a16="http://schemas.microsoft.com/office/drawing/2014/main" id="{161E03FE-7D98-7D56-E8D3-D80F4260384C}"/>
              </a:ext>
            </a:extLst>
          </p:cNvPr>
          <p:cNvSpPr>
            <a:spLocks noGrp="1"/>
          </p:cNvSpPr>
          <p:nvPr>
            <p:ph type="pic" sz="quarter" idx="26"/>
          </p:nvPr>
        </p:nvSpPr>
        <p:spPr>
          <a:xfrm>
            <a:off x="9218238" y="150299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9" name="Picture Placeholder">
            <a:extLst>
              <a:ext uri="{FF2B5EF4-FFF2-40B4-BE49-F238E27FC236}">
                <a16:creationId xmlns:a16="http://schemas.microsoft.com/office/drawing/2014/main" id="{BB286F25-5959-7B81-F3AF-490F13BA8E04}"/>
              </a:ext>
            </a:extLst>
          </p:cNvPr>
          <p:cNvSpPr>
            <a:spLocks noGrp="1"/>
          </p:cNvSpPr>
          <p:nvPr>
            <p:ph type="pic" sz="quarter" idx="27"/>
          </p:nvPr>
        </p:nvSpPr>
        <p:spPr>
          <a:xfrm>
            <a:off x="334964" y="3885403"/>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0" name="Text Placeholder 4">
            <a:extLst>
              <a:ext uri="{FF2B5EF4-FFF2-40B4-BE49-F238E27FC236}">
                <a16:creationId xmlns:a16="http://schemas.microsoft.com/office/drawing/2014/main" id="{F26CAA86-CAC2-70D1-6841-4F23F7146ADA}"/>
              </a:ext>
            </a:extLst>
          </p:cNvPr>
          <p:cNvSpPr>
            <a:spLocks noGrp="1"/>
          </p:cNvSpPr>
          <p:nvPr>
            <p:ph type="body" sz="quarter" idx="28"/>
          </p:nvPr>
        </p:nvSpPr>
        <p:spPr>
          <a:xfrm>
            <a:off x="334961"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1" name="Text Placeholder 4">
            <a:extLst>
              <a:ext uri="{FF2B5EF4-FFF2-40B4-BE49-F238E27FC236}">
                <a16:creationId xmlns:a16="http://schemas.microsoft.com/office/drawing/2014/main" id="{BBBE7BD6-C0B3-5D34-C248-1645E9386F7A}"/>
              </a:ext>
            </a:extLst>
          </p:cNvPr>
          <p:cNvSpPr>
            <a:spLocks noGrp="1"/>
          </p:cNvSpPr>
          <p:nvPr>
            <p:ph type="body" sz="quarter" idx="29"/>
          </p:nvPr>
        </p:nvSpPr>
        <p:spPr>
          <a:xfrm>
            <a:off x="3296055"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22" name="Picture Placeholder">
            <a:extLst>
              <a:ext uri="{FF2B5EF4-FFF2-40B4-BE49-F238E27FC236}">
                <a16:creationId xmlns:a16="http://schemas.microsoft.com/office/drawing/2014/main" id="{5BC1B288-E49B-7C1D-698C-50A1C95D2E65}"/>
              </a:ext>
            </a:extLst>
          </p:cNvPr>
          <p:cNvSpPr>
            <a:spLocks noGrp="1"/>
          </p:cNvSpPr>
          <p:nvPr>
            <p:ph type="pic" sz="quarter" idx="30"/>
          </p:nvPr>
        </p:nvSpPr>
        <p:spPr>
          <a:xfrm>
            <a:off x="3296055" y="388540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3" name="Text Placeholder 4">
            <a:extLst>
              <a:ext uri="{FF2B5EF4-FFF2-40B4-BE49-F238E27FC236}">
                <a16:creationId xmlns:a16="http://schemas.microsoft.com/office/drawing/2014/main" id="{2A1A70B9-D6E7-2189-A687-1E141C5DBDFC}"/>
              </a:ext>
            </a:extLst>
          </p:cNvPr>
          <p:cNvSpPr>
            <a:spLocks noGrp="1"/>
          </p:cNvSpPr>
          <p:nvPr>
            <p:ph type="body" sz="quarter" idx="31"/>
          </p:nvPr>
        </p:nvSpPr>
        <p:spPr>
          <a:xfrm>
            <a:off x="6257146"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5" name="Picture Placeholder">
            <a:extLst>
              <a:ext uri="{FF2B5EF4-FFF2-40B4-BE49-F238E27FC236}">
                <a16:creationId xmlns:a16="http://schemas.microsoft.com/office/drawing/2014/main" id="{3BDC3326-151B-B693-C80B-4A7589D233E8}"/>
              </a:ext>
            </a:extLst>
          </p:cNvPr>
          <p:cNvSpPr>
            <a:spLocks noGrp="1"/>
          </p:cNvSpPr>
          <p:nvPr>
            <p:ph type="pic" sz="quarter" idx="32"/>
          </p:nvPr>
        </p:nvSpPr>
        <p:spPr>
          <a:xfrm>
            <a:off x="6257146" y="388540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16" name="Text Placeholder 4">
            <a:extLst>
              <a:ext uri="{FF2B5EF4-FFF2-40B4-BE49-F238E27FC236}">
                <a16:creationId xmlns:a16="http://schemas.microsoft.com/office/drawing/2014/main" id="{C785B19B-EFC0-6FE3-0122-0ABFB576EE40}"/>
              </a:ext>
            </a:extLst>
          </p:cNvPr>
          <p:cNvSpPr>
            <a:spLocks noGrp="1"/>
          </p:cNvSpPr>
          <p:nvPr>
            <p:ph type="body" sz="quarter" idx="33"/>
          </p:nvPr>
        </p:nvSpPr>
        <p:spPr>
          <a:xfrm>
            <a:off x="9218238" y="327566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
        <p:nvSpPr>
          <p:cNvPr id="17" name="Picture Placeholder">
            <a:extLst>
              <a:ext uri="{FF2B5EF4-FFF2-40B4-BE49-F238E27FC236}">
                <a16:creationId xmlns:a16="http://schemas.microsoft.com/office/drawing/2014/main" id="{06C76ECF-E56C-66E8-CAFA-1D7314A0FD58}"/>
              </a:ext>
            </a:extLst>
          </p:cNvPr>
          <p:cNvSpPr>
            <a:spLocks noGrp="1"/>
          </p:cNvSpPr>
          <p:nvPr>
            <p:ph type="pic" sz="quarter" idx="34"/>
          </p:nvPr>
        </p:nvSpPr>
        <p:spPr>
          <a:xfrm>
            <a:off x="9218238" y="3885402"/>
            <a:ext cx="2638800" cy="1764000"/>
          </a:xfrm>
        </p:spPr>
        <p:txBody>
          <a:bodyPr tIns="0" anchor="ctr"/>
          <a:lstStyle>
            <a:lvl1pPr marL="0" indent="0" algn="ctr">
              <a:buFontTx/>
              <a:buNone/>
              <a:defRPr>
                <a:latin typeface="E+H Serif" pitchFamily="18" charset="0"/>
              </a:defRPr>
            </a:lvl1pPr>
          </a:lstStyle>
          <a:p>
            <a:r>
              <a:rPr lang="en-US" dirty="0"/>
              <a:t>Click icon to </a:t>
            </a:r>
            <a:r>
              <a:rPr lang="en-US"/>
              <a:t>add picture</a:t>
            </a:r>
            <a:endParaRPr lang="en-US" dirty="0"/>
          </a:p>
        </p:txBody>
      </p:sp>
      <p:sp>
        <p:nvSpPr>
          <p:cNvPr id="24" name="Text Placeholder 4">
            <a:extLst>
              <a:ext uri="{FF2B5EF4-FFF2-40B4-BE49-F238E27FC236}">
                <a16:creationId xmlns:a16="http://schemas.microsoft.com/office/drawing/2014/main" id="{F1B2F49D-2D6B-425F-280C-DE1881D04B11}"/>
              </a:ext>
            </a:extLst>
          </p:cNvPr>
          <p:cNvSpPr>
            <a:spLocks noGrp="1"/>
          </p:cNvSpPr>
          <p:nvPr>
            <p:ph type="body" sz="quarter" idx="35"/>
          </p:nvPr>
        </p:nvSpPr>
        <p:spPr>
          <a:xfrm>
            <a:off x="9218238" y="5658070"/>
            <a:ext cx="2638800" cy="257699"/>
          </a:xfrm>
        </p:spPr>
        <p:txBody>
          <a:bodyPr wrap="none">
            <a:noAutofit/>
          </a:bodyPr>
          <a:lstStyle>
            <a:lvl1pPr marL="0" indent="0">
              <a:buNone/>
              <a:defRPr sz="1600">
                <a:latin typeface="E+H Sans" panose="020B0404050202020204" pitchFamily="34" charset="0"/>
              </a:defRPr>
            </a:lvl1pPr>
          </a:lstStyle>
          <a:p>
            <a:pPr lvl="0"/>
            <a:r>
              <a:rPr lang="en-US" dirty="0"/>
              <a:t>Click to edit Master text styles</a:t>
            </a:r>
          </a:p>
        </p:txBody>
      </p:sp>
    </p:spTree>
    <p:extLst>
      <p:ext uri="{BB962C8B-B14F-4D97-AF65-F5344CB8AC3E}">
        <p14:creationId xmlns:p14="http://schemas.microsoft.com/office/powerpoint/2010/main" val="40544343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E+H Stage with White Box" preserve="1" userDrawn="1">
  <p:cSld name="E+H Stage with White Box">
    <p:spTree>
      <p:nvGrpSpPr>
        <p:cNvPr id="1" name=""/>
        <p:cNvGrpSpPr/>
        <p:nvPr/>
      </p:nvGrpSpPr>
      <p:grpSpPr>
        <a:xfrm>
          <a:off x="0" y="0"/>
          <a:ext cx="0" cy="0"/>
          <a:chOff x="0" y="0"/>
          <a:chExt cx="0" cy="0"/>
        </a:xfrm>
      </p:grpSpPr>
      <p:sp>
        <p:nvSpPr>
          <p:cNvPr id="2" name="BackgroundShape"/>
          <p:cNvSpPr>
            <a:spLocks/>
          </p:cNvSpPr>
          <p:nvPr userDrawn="1"/>
        </p:nvSpPr>
        <p:spPr bwMode="gray">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8" name="Footer Placeholder 7"/>
          <p:cNvSpPr>
            <a:spLocks noGrp="1"/>
          </p:cNvSpPr>
          <p:nvPr>
            <p:ph type="ftr" sz="quarter" idx="19"/>
          </p:nvPr>
        </p:nvSpPr>
        <p:spPr bwMode="gray"/>
        <p:txBody>
          <a:bodyPr/>
          <a:lstStyle/>
          <a:p>
            <a:r>
              <a:rPr lang="en-US"/>
              <a:t>Corbin Ferguson</a:t>
            </a:r>
            <a:endParaRPr lang="en-US" dirty="0"/>
          </a:p>
        </p:txBody>
      </p:sp>
      <p:sp>
        <p:nvSpPr>
          <p:cNvPr id="16" name="Slide Number Placeholder 15"/>
          <p:cNvSpPr>
            <a:spLocks noGrp="1"/>
          </p:cNvSpPr>
          <p:nvPr>
            <p:ph type="sldNum" sz="quarter" idx="20"/>
          </p:nvPr>
        </p:nvSpPr>
        <p:spPr bwMode="gray"/>
        <p:txBody>
          <a:bodyPr/>
          <a:lstStyle/>
          <a:p>
            <a:r>
              <a:rPr lang="en-US"/>
              <a:t>Slide </a:t>
            </a:r>
            <a:fld id="{398CB0C9-535A-4369-8CEA-CAF3EDF31A54}" type="slidenum">
              <a:rPr lang="en-US" smtClean="0"/>
              <a:pPr/>
              <a:t>‹#›</a:t>
            </a:fld>
            <a:endParaRPr lang="en-US" dirty="0"/>
          </a:p>
        </p:txBody>
      </p:sp>
      <p:sp>
        <p:nvSpPr>
          <p:cNvPr id="3" name="Date Placeholder 2"/>
          <p:cNvSpPr>
            <a:spLocks noGrp="1"/>
          </p:cNvSpPr>
          <p:nvPr>
            <p:ph type="dt" sz="half" idx="21"/>
          </p:nvPr>
        </p:nvSpPr>
        <p:spPr bwMode="gray"/>
        <p:txBody>
          <a:bodyPr/>
          <a:lstStyle/>
          <a:p>
            <a:r>
              <a:rPr lang="en-US"/>
              <a:t>L5X Automation Build Tool</a:t>
            </a:r>
            <a:endParaRPr lang="en-US" dirty="0"/>
          </a:p>
        </p:txBody>
      </p:sp>
      <p:sp>
        <p:nvSpPr>
          <p:cNvPr id="4" name="Title 3">
            <a:extLst>
              <a:ext uri="{FF2B5EF4-FFF2-40B4-BE49-F238E27FC236}">
                <a16:creationId xmlns:a16="http://schemas.microsoft.com/office/drawing/2014/main" id="{9706AF5B-93C0-C940-D443-2B90F6845767}"/>
              </a:ext>
            </a:extLst>
          </p:cNvPr>
          <p:cNvSpPr>
            <a:spLocks noGrp="1"/>
          </p:cNvSpPr>
          <p:nvPr>
            <p:ph type="title"/>
          </p:nvPr>
        </p:nvSpPr>
        <p:spPr bwMode="gray"/>
        <p:txBody>
          <a:bodyPr/>
          <a:lstStyle/>
          <a:p>
            <a:r>
              <a:rPr lang="en-US" dirty="0"/>
              <a:t>Click to edit Master </a:t>
            </a:r>
            <a:r>
              <a:rPr lang="en-US"/>
              <a:t>title style</a:t>
            </a:r>
            <a:endParaRPr lang="en-US" dirty="0"/>
          </a:p>
        </p:txBody>
      </p:sp>
      <p:sp>
        <p:nvSpPr>
          <p:cNvPr id="5" name="Text Placeholder 6">
            <a:extLst>
              <a:ext uri="{FF2B5EF4-FFF2-40B4-BE49-F238E27FC236}">
                <a16:creationId xmlns:a16="http://schemas.microsoft.com/office/drawing/2014/main" id="{61C01410-A5BA-CF3A-E826-3B17940E2EE2}"/>
              </a:ext>
            </a:extLst>
          </p:cNvPr>
          <p:cNvSpPr>
            <a:spLocks noGrp="1"/>
          </p:cNvSpPr>
          <p:nvPr>
            <p:ph type="body" sz="quarter" idx="22"/>
          </p:nvPr>
        </p:nvSpPr>
        <p:spPr bwMode="gray">
          <a:xfrm>
            <a:off x="334963" y="1490693"/>
            <a:ext cx="5610224" cy="3622213"/>
          </a:xfrm>
          <a:solidFill>
            <a:srgbClr val="FFFFFF"/>
          </a:solidFill>
        </p:spPr>
        <p:txBody>
          <a:bodyPr lIns="180000" tIns="108000" rIns="180000" bIns="108000" anchor="t"/>
          <a:lstStyle>
            <a:lvl1pPr>
              <a:defRPr sz="2000">
                <a:latin typeface="+mn-lt"/>
              </a:defRPr>
            </a:lvl1pPr>
            <a:lvl2pPr>
              <a:defRPr sz="2000">
                <a:latin typeface="+mn-lt"/>
              </a:defRPr>
            </a:lvl2pPr>
            <a:lvl3pPr>
              <a:defRPr sz="2000">
                <a:latin typeface="+mn-lt"/>
              </a:defRPr>
            </a:lvl3pPr>
            <a:lvl4pPr>
              <a:defRPr sz="2000">
                <a:latin typeface="+mn-lt"/>
              </a:defRPr>
            </a:lvl4pPr>
            <a:lvl5pPr>
              <a:defRPr sz="2000">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a:t>Fifth level</a:t>
            </a:r>
            <a:endParaRPr lang="en-US" dirty="0"/>
          </a:p>
        </p:txBody>
      </p:sp>
      <p:sp>
        <p:nvSpPr>
          <p:cNvPr id="9" name="Content Placeholder 3">
            <a:extLst>
              <a:ext uri="{FF2B5EF4-FFF2-40B4-BE49-F238E27FC236}">
                <a16:creationId xmlns:a16="http://schemas.microsoft.com/office/drawing/2014/main" id="{E22BA937-14E2-3ABE-CF13-CF35BDA68E68}"/>
              </a:ext>
            </a:extLst>
          </p:cNvPr>
          <p:cNvSpPr>
            <a:spLocks noGrp="1"/>
          </p:cNvSpPr>
          <p:nvPr>
            <p:ph sz="quarter" idx="23" hasCustomPrompt="1"/>
          </p:nvPr>
        </p:nvSpPr>
        <p:spPr bwMode="gray">
          <a:xfrm>
            <a:off x="6241037" y="1490693"/>
            <a:ext cx="5616000" cy="4450389"/>
          </a:xfrm>
        </p:spPr>
        <p:txBody>
          <a:bodyPr anchor="ctr"/>
          <a:lstStyle>
            <a:lvl1pPr marL="0" indent="0" algn="ctr">
              <a:buNone/>
              <a:defRPr/>
            </a:lvl1pPr>
            <a:lvl2pPr marL="269875" indent="0" algn="ctr">
              <a:buNone/>
              <a:defRPr/>
            </a:lvl2pPr>
            <a:lvl3pPr marL="534987" indent="0" algn="ctr">
              <a:buNone/>
              <a:defRPr/>
            </a:lvl3pPr>
            <a:lvl4pPr marL="723900" indent="0" algn="ctr">
              <a:buNone/>
              <a:defRPr/>
            </a:lvl4pPr>
            <a:lvl5pPr marL="892175" indent="0" algn="ctr">
              <a:buNone/>
              <a:defRPr/>
            </a:lvl5pPr>
          </a:lstStyle>
          <a:p>
            <a:pPr marL="0" marR="0" lvl="0" indent="0" algn="ctr" defTabSz="914400" rtl="0" eaLnBrk="1" fontAlgn="base" latinLnBrk="0" hangingPunct="1">
              <a:lnSpc>
                <a:spcPct val="110000"/>
              </a:lnSpc>
              <a:spcBef>
                <a:spcPts val="0"/>
              </a:spcBef>
              <a:spcAft>
                <a:spcPts val="600"/>
              </a:spcAft>
              <a:buClr>
                <a:srgbClr val="007CAA"/>
              </a:buClr>
              <a:buSzTx/>
              <a:buFont typeface="E+H Serif" pitchFamily="18" charset="0"/>
              <a:buNone/>
              <a:tabLst/>
              <a:defRPr/>
            </a:pPr>
            <a:r>
              <a:rPr lang="en-US"/>
              <a:t>Add picture with</a:t>
            </a:r>
            <a:br>
              <a:rPr lang="en-US"/>
            </a:br>
            <a:r>
              <a:rPr lang="en-US"/>
              <a:t>transparent background, </a:t>
            </a:r>
            <a:br>
              <a:rPr lang="en-US"/>
            </a:br>
            <a:r>
              <a:rPr lang="en-US"/>
              <a:t>screenshot or document preview</a:t>
            </a:r>
            <a:endParaRPr lang="en-US" dirty="0"/>
          </a:p>
        </p:txBody>
      </p:sp>
    </p:spTree>
    <p:extLst>
      <p:ext uri="{BB962C8B-B14F-4D97-AF65-F5344CB8AC3E}">
        <p14:creationId xmlns:p14="http://schemas.microsoft.com/office/powerpoint/2010/main" val="330791898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E+H Stage with Chart" preserve="1" userDrawn="1">
  <p:cSld name="E+H Stage with Chart">
    <p:spTree>
      <p:nvGrpSpPr>
        <p:cNvPr id="1" name=""/>
        <p:cNvGrpSpPr/>
        <p:nvPr/>
      </p:nvGrpSpPr>
      <p:grpSpPr>
        <a:xfrm>
          <a:off x="0" y="0"/>
          <a:ext cx="0" cy="0"/>
          <a:chOff x="0" y="0"/>
          <a:chExt cx="0" cy="0"/>
        </a:xfrm>
      </p:grpSpPr>
      <p:sp>
        <p:nvSpPr>
          <p:cNvPr id="2" name="BackgroundShape"/>
          <p:cNvSpPr>
            <a:spLocks/>
          </p:cNvSpPr>
          <p:nvPr userDrawn="1"/>
        </p:nvSpPr>
        <p:spPr>
          <a:xfrm>
            <a:off x="0" y="1160462"/>
            <a:ext cx="12192000" cy="5113337"/>
          </a:xfrm>
          <a:prstGeom prst="rect">
            <a:avLst/>
          </a:prstGeom>
          <a:solidFill>
            <a:srgbClr val="E6ECF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en-US" sz="2000" dirty="0">
              <a:solidFill>
                <a:srgbClr val="000000"/>
              </a:solidFill>
              <a:latin typeface="E+H Serif" pitchFamily="18" charset="0"/>
            </a:endParaRPr>
          </a:p>
        </p:txBody>
      </p:sp>
      <p:sp>
        <p:nvSpPr>
          <p:cNvPr id="7" name="Title 6">
            <a:extLst>
              <a:ext uri="{FF2B5EF4-FFF2-40B4-BE49-F238E27FC236}">
                <a16:creationId xmlns:a16="http://schemas.microsoft.com/office/drawing/2014/main" id="{C6BDD1D7-5A4E-285D-6526-5002B8D16082}"/>
              </a:ext>
            </a:extLst>
          </p:cNvPr>
          <p:cNvSpPr>
            <a:spLocks noGrp="1"/>
          </p:cNvSpPr>
          <p:nvPr>
            <p:ph type="title"/>
          </p:nvPr>
        </p:nvSpPr>
        <p:spPr/>
        <p:txBody>
          <a:bodyPr/>
          <a:lstStyle/>
          <a:p>
            <a:r>
              <a:rPr lang="en-US" dirty="0"/>
              <a:t>Click to edit Master </a:t>
            </a:r>
            <a:r>
              <a:rPr lang="en-US"/>
              <a:t>title style</a:t>
            </a:r>
            <a:endParaRPr lang="en-US" dirty="0"/>
          </a:p>
        </p:txBody>
      </p:sp>
      <p:sp>
        <p:nvSpPr>
          <p:cNvPr id="10" name="Date Placeholder 9">
            <a:extLst>
              <a:ext uri="{FF2B5EF4-FFF2-40B4-BE49-F238E27FC236}">
                <a16:creationId xmlns:a16="http://schemas.microsoft.com/office/drawing/2014/main" id="{9146E9D7-A920-F980-044E-46AACF645B53}"/>
              </a:ext>
            </a:extLst>
          </p:cNvPr>
          <p:cNvSpPr>
            <a:spLocks noGrp="1"/>
          </p:cNvSpPr>
          <p:nvPr>
            <p:ph type="dt" sz="half" idx="10"/>
          </p:nvPr>
        </p:nvSpPr>
        <p:spPr/>
        <p:txBody>
          <a:bodyPr/>
          <a:lstStyle/>
          <a:p>
            <a:r>
              <a:rPr lang="en-US"/>
              <a:t>L5X Automation Build Tool</a:t>
            </a:r>
            <a:endParaRPr lang="en-US" dirty="0"/>
          </a:p>
        </p:txBody>
      </p:sp>
      <p:sp>
        <p:nvSpPr>
          <p:cNvPr id="12" name="Footer Placeholder 11">
            <a:extLst>
              <a:ext uri="{FF2B5EF4-FFF2-40B4-BE49-F238E27FC236}">
                <a16:creationId xmlns:a16="http://schemas.microsoft.com/office/drawing/2014/main" id="{0EC535DF-6AC6-A024-99AE-F83851FD7CA7}"/>
              </a:ext>
            </a:extLst>
          </p:cNvPr>
          <p:cNvSpPr>
            <a:spLocks noGrp="1"/>
          </p:cNvSpPr>
          <p:nvPr>
            <p:ph type="ftr" sz="quarter" idx="11"/>
          </p:nvPr>
        </p:nvSpPr>
        <p:spPr/>
        <p:txBody>
          <a:bodyPr/>
          <a:lstStyle/>
          <a:p>
            <a:r>
              <a:rPr lang="en-US"/>
              <a:t>Corbin Ferguson</a:t>
            </a:r>
            <a:endParaRPr lang="en-US" dirty="0"/>
          </a:p>
        </p:txBody>
      </p:sp>
      <p:sp>
        <p:nvSpPr>
          <p:cNvPr id="13" name="Slide Number Placeholder 12">
            <a:extLst>
              <a:ext uri="{FF2B5EF4-FFF2-40B4-BE49-F238E27FC236}">
                <a16:creationId xmlns:a16="http://schemas.microsoft.com/office/drawing/2014/main" id="{FEAD2232-BF99-C7D5-39B5-5F4771F7BD03}"/>
              </a:ext>
            </a:extLst>
          </p:cNvPr>
          <p:cNvSpPr>
            <a:spLocks noGrp="1"/>
          </p:cNvSpPr>
          <p:nvPr>
            <p:ph type="sldNum" sz="quarter" idx="12"/>
          </p:nvPr>
        </p:nvSpPr>
        <p:spPr/>
        <p:txBody>
          <a:bodyPr/>
          <a:lstStyle/>
          <a:p>
            <a:r>
              <a:rPr lang="en-US"/>
              <a:t>Slide </a:t>
            </a:r>
            <a:fld id="{E891B0FA-6B1F-4EBA-9A0D-9C78D8D28F3E}" type="slidenum">
              <a:rPr lang="en-US" smtClean="0"/>
              <a:pPr/>
              <a:t>‹#›</a:t>
            </a:fld>
            <a:endParaRPr lang="en-US" dirty="0"/>
          </a:p>
        </p:txBody>
      </p:sp>
      <p:sp>
        <p:nvSpPr>
          <p:cNvPr id="6" name="Chart Placeholder 5">
            <a:extLst>
              <a:ext uri="{FF2B5EF4-FFF2-40B4-BE49-F238E27FC236}">
                <a16:creationId xmlns:a16="http://schemas.microsoft.com/office/drawing/2014/main" id="{DEA37C23-D906-56FE-12A5-E0ABC7FF87C7}"/>
              </a:ext>
            </a:extLst>
          </p:cNvPr>
          <p:cNvSpPr>
            <a:spLocks noGrp="1"/>
          </p:cNvSpPr>
          <p:nvPr>
            <p:ph type="chart" sz="quarter" idx="13"/>
          </p:nvPr>
        </p:nvSpPr>
        <p:spPr>
          <a:xfrm>
            <a:off x="334962" y="1352638"/>
            <a:ext cx="9674225" cy="4740187"/>
          </a:xfrm>
        </p:spPr>
        <p:txBody>
          <a:bodyPr anchor="ctr"/>
          <a:lstStyle>
            <a:lvl1pPr marL="0" indent="0" algn="ctr">
              <a:buNone/>
              <a:defRPr/>
            </a:lvl1pPr>
          </a:lstStyle>
          <a:p>
            <a:r>
              <a:rPr lang="en-US" dirty="0"/>
              <a:t>Click icon to </a:t>
            </a:r>
            <a:r>
              <a:rPr lang="en-US"/>
              <a:t>add chart</a:t>
            </a:r>
            <a:endParaRPr lang="en-US" dirty="0"/>
          </a:p>
        </p:txBody>
      </p:sp>
    </p:spTree>
    <p:extLst>
      <p:ext uri="{BB962C8B-B14F-4D97-AF65-F5344CB8AC3E}">
        <p14:creationId xmlns:p14="http://schemas.microsoft.com/office/powerpoint/2010/main" val="3567151244"/>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E+H Table of Contents" preserve="1" userDrawn="1">
  <p:cSld name="E+H Table of Contents">
    <p:spTree>
      <p:nvGrpSpPr>
        <p:cNvPr id="1" name=""/>
        <p:cNvGrpSpPr/>
        <p:nvPr/>
      </p:nvGrpSpPr>
      <p:grpSpPr>
        <a:xfrm>
          <a:off x="0" y="0"/>
          <a:ext cx="0" cy="0"/>
          <a:chOff x="0" y="0"/>
          <a:chExt cx="0" cy="0"/>
        </a:xfrm>
      </p:grpSpPr>
      <p:sp>
        <p:nvSpPr>
          <p:cNvPr id="2" name="txtTitle"/>
          <p:cNvSpPr>
            <a:spLocks noGrp="1"/>
          </p:cNvSpPr>
          <p:nvPr>
            <p:ph type="title" hasCustomPrompt="1"/>
          </p:nvPr>
        </p:nvSpPr>
        <p:spPr>
          <a:xfrm>
            <a:off x="334964" y="620690"/>
            <a:ext cx="5605038" cy="360041"/>
          </a:xfrm>
        </p:spPr>
        <p:txBody>
          <a:bodyPr/>
          <a:lstStyle>
            <a:lvl1pPr>
              <a:defRPr/>
            </a:lvl1pPr>
          </a:lstStyle>
          <a:p>
            <a:r>
              <a:rPr lang="en-US"/>
              <a:t>Title of agenda slide</a:t>
            </a:r>
            <a:endParaRPr lang="en-US" dirty="0"/>
          </a:p>
        </p:txBody>
      </p:sp>
      <p:sp>
        <p:nvSpPr>
          <p:cNvPr id="3" name="Date Placeholder 2"/>
          <p:cNvSpPr>
            <a:spLocks noGrp="1"/>
          </p:cNvSpPr>
          <p:nvPr>
            <p:ph type="dt" sz="half" idx="15"/>
          </p:nvPr>
        </p:nvSpPr>
        <p:spPr>
          <a:xfrm>
            <a:off x="334964" y="194736"/>
            <a:ext cx="5616000" cy="180000"/>
          </a:xfrm>
        </p:spPr>
        <p:txBody>
          <a:bodyPr/>
          <a:lstStyle/>
          <a:p>
            <a:r>
              <a:rPr lang="en-US"/>
              <a:t>L5X Automation Build Tool</a:t>
            </a:r>
            <a:endParaRPr lang="en-US" dirty="0"/>
          </a:p>
        </p:txBody>
      </p:sp>
      <p:sp>
        <p:nvSpPr>
          <p:cNvPr id="5" name="Fußzeilenplatzhalter 4"/>
          <p:cNvSpPr>
            <a:spLocks noGrp="1"/>
          </p:cNvSpPr>
          <p:nvPr>
            <p:ph type="ftr" sz="quarter" idx="16"/>
          </p:nvPr>
        </p:nvSpPr>
        <p:spPr/>
        <p:txBody>
          <a:bodyPr/>
          <a:lstStyle/>
          <a:p>
            <a:r>
              <a:rPr lang="en-US"/>
              <a:t>Corbin Ferguson</a:t>
            </a:r>
            <a:endParaRPr lang="en-US" dirty="0"/>
          </a:p>
        </p:txBody>
      </p:sp>
      <p:sp>
        <p:nvSpPr>
          <p:cNvPr id="6" name="Foliennummernplatzhalter 5"/>
          <p:cNvSpPr>
            <a:spLocks noGrp="1"/>
          </p:cNvSpPr>
          <p:nvPr>
            <p:ph type="sldNum" sz="quarter" idx="17"/>
          </p:nvPr>
        </p:nvSpPr>
        <p:spPr/>
        <p:txBody>
          <a:bodyPr/>
          <a:lstStyle/>
          <a:p>
            <a:r>
              <a:rPr lang="en-US"/>
              <a:t>Slide </a:t>
            </a:r>
            <a:fld id="{6236E701-B6CF-4BC6-B97D-8B6AA6223C8D}" type="slidenum">
              <a:rPr lang="en-US" smtClean="0"/>
              <a:pPr/>
              <a:t>‹#›</a:t>
            </a:fld>
            <a:endParaRPr lang="en-US" dirty="0"/>
          </a:p>
        </p:txBody>
      </p:sp>
      <p:sp>
        <p:nvSpPr>
          <p:cNvPr id="4" name="Picture Placeholder">
            <a:extLst>
              <a:ext uri="{FF2B5EF4-FFF2-40B4-BE49-F238E27FC236}">
                <a16:creationId xmlns:a16="http://schemas.microsoft.com/office/drawing/2014/main" id="{3ECE0A0B-4A7A-078B-695B-C42957163F25}"/>
              </a:ext>
            </a:extLst>
          </p:cNvPr>
          <p:cNvSpPr>
            <a:spLocks noGrp="1"/>
          </p:cNvSpPr>
          <p:nvPr>
            <p:ph type="pic" sz="quarter" idx="18" hasCustomPrompt="1"/>
          </p:nvPr>
        </p:nvSpPr>
        <p:spPr>
          <a:xfrm>
            <a:off x="6252001" y="0"/>
            <a:ext cx="5939999" cy="6273800"/>
          </a:xfrm>
        </p:spPr>
        <p:txBody>
          <a:bodyPr tIns="684000" anchor="ctr"/>
          <a:lstStyle>
            <a:lvl1pPr marL="0" indent="0" algn="ctr">
              <a:buFontTx/>
              <a:buNone/>
              <a:defRPr>
                <a:latin typeface="E+H Serif" pitchFamily="18" charset="0"/>
              </a:defRPr>
            </a:lvl1pPr>
          </a:lstStyle>
          <a:p>
            <a:r>
              <a:rPr lang="en-US"/>
              <a:t>Optional picture</a:t>
            </a:r>
            <a:endParaRPr lang="en-US" dirty="0"/>
          </a:p>
        </p:txBody>
      </p:sp>
    </p:spTree>
    <p:extLst>
      <p:ext uri="{BB962C8B-B14F-4D97-AF65-F5344CB8AC3E}">
        <p14:creationId xmlns:p14="http://schemas.microsoft.com/office/powerpoint/2010/main" val="3028183380"/>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jpe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1026" name="txtTitle"/>
          <p:cNvSpPr>
            <a:spLocks noGrp="1" noChangeArrowheads="1"/>
          </p:cNvSpPr>
          <p:nvPr>
            <p:ph type="title"/>
          </p:nvPr>
        </p:nvSpPr>
        <p:spPr bwMode="auto">
          <a:xfrm>
            <a:off x="334963" y="620690"/>
            <a:ext cx="11522075" cy="360041"/>
          </a:xfrm>
          <a:prstGeom prst="rect">
            <a:avLst/>
          </a:prstGeom>
          <a:noFill/>
          <a:ln w="9525">
            <a:noFill/>
            <a:miter lim="800000"/>
            <a:headEnd/>
            <a:tailEnd/>
          </a:ln>
          <a:effectLst/>
        </p:spPr>
        <p:txBody>
          <a:bodyPr vert="horz" wrap="none" lIns="0" tIns="0" rIns="0" bIns="0" numCol="1" anchor="t" anchorCtr="0" compatLnSpc="1">
            <a:prstTxWarp prst="textNoShape">
              <a:avLst/>
            </a:prstTxWarp>
          </a:bodyPr>
          <a:lstStyle/>
          <a:p>
            <a:pPr lvl="0"/>
            <a:endParaRPr lang="en-US" dirty="0"/>
          </a:p>
        </p:txBody>
      </p:sp>
      <p:sp>
        <p:nvSpPr>
          <p:cNvPr id="1027" name="txtContent"/>
          <p:cNvSpPr>
            <a:spLocks noGrp="1" noChangeArrowheads="1"/>
          </p:cNvSpPr>
          <p:nvPr>
            <p:ph type="body" idx="1"/>
          </p:nvPr>
        </p:nvSpPr>
        <p:spPr bwMode="auto">
          <a:xfrm>
            <a:off x="334962" y="1164474"/>
            <a:ext cx="9674225" cy="4928351"/>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p>
            <a:pPr lvl="0"/>
            <a:r>
              <a:rPr lang="en-US"/>
              <a:t>Textmasterformate durch Klicken bearbeiten</a:t>
            </a:r>
          </a:p>
          <a:p>
            <a:pPr lvl="1"/>
            <a:r>
              <a:rPr lang="en-US"/>
              <a:t>Zweite Ebene</a:t>
            </a:r>
          </a:p>
          <a:p>
            <a:pPr lvl="2"/>
            <a:r>
              <a:rPr lang="en-US"/>
              <a:t>Dritte Ebene</a:t>
            </a:r>
          </a:p>
          <a:p>
            <a:pPr lvl="3"/>
            <a:r>
              <a:rPr lang="en-US"/>
              <a:t>Vierte Ebene</a:t>
            </a:r>
          </a:p>
          <a:p>
            <a:pPr lvl="4"/>
            <a:r>
              <a:rPr lang="en-US"/>
              <a:t>Fünfte Ebene</a:t>
            </a:r>
            <a:endParaRPr lang="en-US" dirty="0"/>
          </a:p>
        </p:txBody>
      </p:sp>
      <p:sp>
        <p:nvSpPr>
          <p:cNvPr id="1028" name="txtPresentationTitle"/>
          <p:cNvSpPr>
            <a:spLocks noGrp="1" noChangeArrowheads="1"/>
          </p:cNvSpPr>
          <p:nvPr>
            <p:ph type="dt" sz="half" idx="2"/>
          </p:nvPr>
        </p:nvSpPr>
        <p:spPr bwMode="auto">
          <a:xfrm>
            <a:off x="334963" y="194736"/>
            <a:ext cx="9674225" cy="180000"/>
          </a:xfrm>
          <a:prstGeom prst="rect">
            <a:avLst/>
          </a:prstGeom>
          <a:noFill/>
          <a:ln w="9525" algn="ctr">
            <a:noFill/>
            <a:miter lim="800000"/>
            <a:headEnd/>
            <a:tailEnd/>
          </a:ln>
          <a:effectLst/>
        </p:spPr>
        <p:txBody>
          <a:bodyPr vert="horz" wrap="none" lIns="0" tIns="0" rIns="0" bIns="0" numCol="1" anchor="t" anchorCtr="0" compatLnSpc="1">
            <a:prstTxWarp prst="textNoShape">
              <a:avLst/>
            </a:prstTxWarp>
            <a:noAutofit/>
          </a:bodyPr>
          <a:lstStyle>
            <a:lvl1pPr>
              <a:defRPr sz="1200">
                <a:solidFill>
                  <a:srgbClr val="000000"/>
                </a:solidFill>
                <a:latin typeface="E+H Serif"/>
              </a:defRPr>
            </a:lvl1pPr>
          </a:lstStyle>
          <a:p>
            <a:r>
              <a:rPr lang="en-US"/>
              <a:t>L5X Automation Build Tool</a:t>
            </a:r>
            <a:endParaRPr lang="en-US" dirty="0"/>
          </a:p>
        </p:txBody>
      </p:sp>
      <p:sp>
        <p:nvSpPr>
          <p:cNvPr id="1029" name="txtPresenter"/>
          <p:cNvSpPr>
            <a:spLocks noGrp="1" noChangeArrowheads="1"/>
          </p:cNvSpPr>
          <p:nvPr>
            <p:ph type="ftr" sz="quarter" idx="3"/>
          </p:nvPr>
        </p:nvSpPr>
        <p:spPr bwMode="auto">
          <a:xfrm>
            <a:off x="4086351" y="6469380"/>
            <a:ext cx="1130300" cy="180000"/>
          </a:xfrm>
          <a:prstGeom prst="rect">
            <a:avLst/>
          </a:prstGeom>
          <a:noFill/>
          <a:ln w="9525">
            <a:noFill/>
            <a:miter lim="800000"/>
            <a:headEnd/>
            <a:tailEnd/>
          </a:ln>
          <a:effectLst/>
        </p:spPr>
        <p:txBody>
          <a:bodyPr vert="horz" wrap="none" lIns="0" tIns="0" rIns="0" bIns="0" numCol="1" anchor="ctr" anchorCtr="0" compatLnSpc="1">
            <a:prstTxWarp prst="textNoShape">
              <a:avLst/>
            </a:prstTxWarp>
          </a:bodyPr>
          <a:lstStyle>
            <a:lvl1pPr>
              <a:defRPr sz="1200" noProof="1">
                <a:solidFill>
                  <a:srgbClr val="000000"/>
                </a:solidFill>
                <a:latin typeface="E+H Serif"/>
              </a:defRPr>
            </a:lvl1pPr>
          </a:lstStyle>
          <a:p>
            <a:r>
              <a:rPr lang="en-US"/>
              <a:t>Corbin Ferguson</a:t>
            </a:r>
            <a:endParaRPr lang="en-US" dirty="0"/>
          </a:p>
        </p:txBody>
      </p:sp>
      <p:sp>
        <p:nvSpPr>
          <p:cNvPr id="1030" name="txtSlideNumber"/>
          <p:cNvSpPr>
            <a:spLocks noGrp="1" noChangeArrowheads="1"/>
          </p:cNvSpPr>
          <p:nvPr>
            <p:ph type="sldNum" sz="quarter" idx="4"/>
          </p:nvPr>
        </p:nvSpPr>
        <p:spPr bwMode="auto">
          <a:xfrm>
            <a:off x="1633051" y="6469380"/>
            <a:ext cx="571500" cy="180000"/>
          </a:xfrm>
          <a:prstGeom prst="rect">
            <a:avLst/>
          </a:prstGeom>
          <a:noFill/>
          <a:ln w="9525">
            <a:noFill/>
            <a:miter lim="800000"/>
            <a:headEnd/>
            <a:tailEnd/>
          </a:ln>
          <a:effectLst/>
        </p:spPr>
        <p:txBody>
          <a:bodyPr vert="horz" wrap="none" lIns="0" tIns="0" rIns="0" bIns="0" numCol="1" anchor="ctr" anchorCtr="0" compatLnSpc="1">
            <a:prstTxWarp prst="textNoShape">
              <a:avLst/>
            </a:prstTxWarp>
            <a:noAutofit/>
          </a:bodyPr>
          <a:lstStyle>
            <a:lvl1pPr>
              <a:defRPr sz="1200" noProof="1">
                <a:solidFill>
                  <a:srgbClr val="000000"/>
                </a:solidFill>
                <a:latin typeface="E+H Serif"/>
              </a:defRPr>
            </a:lvl1pPr>
          </a:lstStyle>
          <a:p>
            <a:r>
              <a:rPr lang="en-US"/>
              <a:t>Slide </a:t>
            </a:r>
            <a:fld id="{D31F5330-EC4B-4841-BE02-E867ECC223D9}" type="slidenum">
              <a:rPr lang="en-US" smtClean="0"/>
              <a:pPr/>
              <a:t>‹#›</a:t>
            </a:fld>
            <a:endParaRPr lang="en-US" dirty="0"/>
          </a:p>
        </p:txBody>
      </p:sp>
      <p:sp>
        <p:nvSpPr>
          <p:cNvPr id="1033" name="shLine"/>
          <p:cNvSpPr>
            <a:spLocks noChangeShapeType="1"/>
          </p:cNvSpPr>
          <p:nvPr/>
        </p:nvSpPr>
        <p:spPr bwMode="gray">
          <a:xfrm flipV="1">
            <a:off x="0" y="6267219"/>
            <a:ext cx="12192000" cy="0"/>
          </a:xfrm>
          <a:prstGeom prst="line">
            <a:avLst/>
          </a:prstGeom>
          <a:noFill/>
          <a:ln w="6350">
            <a:solidFill>
              <a:srgbClr val="C3CED5"/>
            </a:solidFill>
            <a:round/>
            <a:headEnd type="none" w="sm" len="sm"/>
            <a:tailEnd type="none" w="sm" len="sm"/>
          </a:ln>
          <a:effectLst/>
        </p:spPr>
        <p:txBody>
          <a:bodyPr wrap="none" anchor="ctr"/>
          <a:lstStyle/>
          <a:p>
            <a:endParaRPr lang="en-US" dirty="0">
              <a:latin typeface="E+H Serif"/>
            </a:endParaRPr>
          </a:p>
        </p:txBody>
      </p:sp>
      <p:sp>
        <p:nvSpPr>
          <p:cNvPr id="12" name="txtDate"/>
          <p:cNvSpPr>
            <a:spLocks noChangeArrowheads="1"/>
          </p:cNvSpPr>
          <p:nvPr/>
        </p:nvSpPr>
        <p:spPr bwMode="auto">
          <a:xfrm>
            <a:off x="2751751" y="6469380"/>
            <a:ext cx="787400" cy="180000"/>
          </a:xfrm>
          <a:prstGeom prst="rect">
            <a:avLst/>
          </a:prstGeom>
          <a:noFill/>
          <a:ln w="9525">
            <a:noFill/>
            <a:miter lim="800000"/>
            <a:headEnd/>
            <a:tailEnd/>
          </a:ln>
          <a:effectLst/>
        </p:spPr>
        <p:txBody>
          <a:bodyPr wrap="none" lIns="0" tIns="0" rIns="0" bIns="0" anchor="ctr">
            <a:noAutofit/>
          </a:bodyPr>
          <a:lstStyle/>
          <a:p>
            <a:r>
              <a:rPr lang="en-US" sz="1200" noProof="1">
                <a:solidFill>
                  <a:srgbClr val="000000"/>
                </a:solidFill>
                <a:latin typeface="E+H Serif" pitchFamily="18" charset="0"/>
              </a:rPr>
              <a:t>04/2/2026</a:t>
            </a:r>
          </a:p>
        </p:txBody>
      </p:sp>
      <p:pic>
        <p:nvPicPr>
          <p:cNvPr id="5" name="imgLogo">
            <a:extLst>
              <a:ext uri="{FF2B5EF4-FFF2-40B4-BE49-F238E27FC236}">
                <a16:creationId xmlns:a16="http://schemas.microsoft.com/office/drawing/2014/main" id="{5D5402A9-0B6A-E5FB-4697-01749AAE97EA}"/>
              </a:ext>
            </a:extLst>
          </p:cNvPr>
          <p:cNvPicPr>
            <a:picLocks noChangeAspect="1"/>
          </p:cNvPicPr>
          <p:nvPr userDrawn="1"/>
        </p:nvPicPr>
        <p:blipFill>
          <a:blip r:embed="rId36" cstate="print">
            <a:extLst>
              <a:ext uri="{28A0092B-C50C-407E-A947-70E740481C1C}">
                <a14:useLocalDpi xmlns:a14="http://schemas.microsoft.com/office/drawing/2010/main" val="0"/>
              </a:ext>
            </a:extLst>
          </a:blip>
          <a:stretch>
            <a:fillRect/>
          </a:stretch>
        </p:blipFill>
        <p:spPr>
          <a:xfrm>
            <a:off x="10010099" y="6451600"/>
            <a:ext cx="1854200" cy="216725"/>
          </a:xfrm>
          <a:prstGeom prst="rect">
            <a:avLst/>
          </a:prstGeom>
        </p:spPr>
      </p:pic>
      <p:sp>
        <p:nvSpPr>
          <p:cNvPr id="2" name="txtClassification">
            <a:extLst>
              <a:ext uri="{FF2B5EF4-FFF2-40B4-BE49-F238E27FC236}">
                <a16:creationId xmlns:a16="http://schemas.microsoft.com/office/drawing/2014/main" id="{72047043-56FC-B90E-B789-34510C97ABB5}"/>
              </a:ext>
            </a:extLst>
          </p:cNvPr>
          <p:cNvSpPr txBox="1"/>
          <p:nvPr userDrawn="1"/>
        </p:nvSpPr>
        <p:spPr>
          <a:xfrm>
            <a:off x="334963" y="6469380"/>
            <a:ext cx="750888" cy="179388"/>
          </a:xfrm>
          <a:prstGeom prst="rect">
            <a:avLst/>
          </a:prstGeom>
          <a:noFill/>
        </p:spPr>
        <p:txBody>
          <a:bodyPr vert="horz" wrap="none" lIns="0" tIns="0" rIns="0" bIns="0" rtlCol="0" anchor="ctr">
            <a:noAutofit/>
          </a:bodyPr>
          <a:lstStyle/>
          <a:p>
            <a:pPr algn="l">
              <a:lnSpc>
                <a:spcPct val="100000"/>
              </a:lnSpc>
            </a:pPr>
            <a:r>
              <a:rPr lang="en-US" sz="1200" b="0" i="0" u="none" cap="all" baseline="0" dirty="0">
                <a:solidFill>
                  <a:srgbClr val="A8005C"/>
                </a:solidFill>
                <a:latin typeface="E+H Serif" pitchFamily="18" charset="0"/>
              </a:rPr>
              <a:t>Internal</a:t>
            </a:r>
          </a:p>
        </p:txBody>
      </p:sp>
    </p:spTree>
  </p:cSld>
  <p:clrMap bg1="lt1" tx1="dk1" bg2="lt2" tx2="dk2" accent1="accent1" accent2="accent2" accent3="accent3" accent4="accent4" accent5="accent5" accent6="accent6" hlink="hlink" folHlink="folHlink"/>
  <p:sldLayoutIdLst>
    <p:sldLayoutId id="2147483674" r:id="rId1"/>
    <p:sldLayoutId id="2147483650" r:id="rId2"/>
    <p:sldLayoutId id="2147483697" r:id="rId3"/>
    <p:sldLayoutId id="2147483668" r:id="rId4"/>
    <p:sldLayoutId id="2147483672" r:id="rId5"/>
    <p:sldLayoutId id="2147483673" r:id="rId6"/>
    <p:sldLayoutId id="2147483683" r:id="rId7"/>
    <p:sldLayoutId id="2147483684" r:id="rId8"/>
    <p:sldLayoutId id="2147483676" r:id="rId9"/>
    <p:sldLayoutId id="2147483677" r:id="rId10"/>
    <p:sldLayoutId id="2147483664" r:id="rId11"/>
    <p:sldLayoutId id="2147483663" r:id="rId12"/>
    <p:sldLayoutId id="2147483665" r:id="rId13"/>
    <p:sldLayoutId id="2147483666" r:id="rId14"/>
    <p:sldLayoutId id="2147483652" r:id="rId15"/>
    <p:sldLayoutId id="2147483682" r:id="rId16"/>
    <p:sldLayoutId id="2147483654" r:id="rId17"/>
    <p:sldLayoutId id="2147483655" r:id="rId18"/>
    <p:sldLayoutId id="2147483678" r:id="rId19"/>
    <p:sldLayoutId id="2147483685" r:id="rId20"/>
    <p:sldLayoutId id="2147483686" r:id="rId21"/>
    <p:sldLayoutId id="2147483688" r:id="rId22"/>
    <p:sldLayoutId id="2147483689" r:id="rId23"/>
    <p:sldLayoutId id="2147483690" r:id="rId24"/>
    <p:sldLayoutId id="2147483679" r:id="rId25"/>
    <p:sldLayoutId id="2147483692" r:id="rId26"/>
    <p:sldLayoutId id="2147483693" r:id="rId27"/>
    <p:sldLayoutId id="2147483694" r:id="rId28"/>
    <p:sldLayoutId id="2147483698" r:id="rId29"/>
    <p:sldLayoutId id="2147483695" r:id="rId30"/>
    <p:sldLayoutId id="2147483696" r:id="rId31"/>
    <p:sldLayoutId id="2147483687" r:id="rId32"/>
    <p:sldLayoutId id="2147483691" r:id="rId33"/>
    <p:sldLayoutId id="2147483681" r:id="rId34"/>
  </p:sldLayoutIdLst>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hf hdr="0"/>
  <p:txStyles>
    <p:titleStyle>
      <a:lvl1pPr algn="l" rtl="0" eaLnBrk="1" fontAlgn="base" hangingPunct="1">
        <a:lnSpc>
          <a:spcPct val="90000"/>
        </a:lnSpc>
        <a:spcBef>
          <a:spcPct val="0"/>
        </a:spcBef>
        <a:spcAft>
          <a:spcPct val="0"/>
        </a:spcAft>
        <a:defRPr sz="2400" b="1">
          <a:solidFill>
            <a:srgbClr val="A8005C"/>
          </a:solidFill>
          <a:latin typeface="E+H Serif"/>
          <a:ea typeface="+mj-ea"/>
          <a:cs typeface="+mj-cs"/>
        </a:defRPr>
      </a:lvl1pPr>
      <a:lvl2pPr algn="l" rtl="0" eaLnBrk="1" fontAlgn="base" hangingPunct="1">
        <a:spcBef>
          <a:spcPct val="0"/>
        </a:spcBef>
        <a:spcAft>
          <a:spcPct val="0"/>
        </a:spcAft>
        <a:defRPr sz="2400">
          <a:solidFill>
            <a:schemeClr val="tx2"/>
          </a:solidFill>
          <a:latin typeface="E+H Serif" pitchFamily="2" charset="0"/>
        </a:defRPr>
      </a:lvl2pPr>
      <a:lvl3pPr algn="l" rtl="0" eaLnBrk="1" fontAlgn="base" hangingPunct="1">
        <a:spcBef>
          <a:spcPct val="0"/>
        </a:spcBef>
        <a:spcAft>
          <a:spcPct val="0"/>
        </a:spcAft>
        <a:defRPr sz="2400">
          <a:solidFill>
            <a:schemeClr val="tx2"/>
          </a:solidFill>
          <a:latin typeface="E+H Serif" pitchFamily="2" charset="0"/>
        </a:defRPr>
      </a:lvl3pPr>
      <a:lvl4pPr algn="l" rtl="0" eaLnBrk="1" fontAlgn="base" hangingPunct="1">
        <a:spcBef>
          <a:spcPct val="0"/>
        </a:spcBef>
        <a:spcAft>
          <a:spcPct val="0"/>
        </a:spcAft>
        <a:defRPr sz="2400">
          <a:solidFill>
            <a:schemeClr val="tx2"/>
          </a:solidFill>
          <a:latin typeface="E+H Serif" pitchFamily="2" charset="0"/>
        </a:defRPr>
      </a:lvl4pPr>
      <a:lvl5pPr algn="l" rtl="0" eaLnBrk="1" fontAlgn="base" hangingPunct="1">
        <a:spcBef>
          <a:spcPct val="0"/>
        </a:spcBef>
        <a:spcAft>
          <a:spcPct val="0"/>
        </a:spcAft>
        <a:defRPr sz="2400">
          <a:solidFill>
            <a:schemeClr val="tx2"/>
          </a:solidFill>
          <a:latin typeface="E+H Serif" pitchFamily="2" charset="0"/>
        </a:defRPr>
      </a:lvl5pPr>
      <a:lvl6pPr marL="457200" algn="l" rtl="0" eaLnBrk="1" fontAlgn="base" hangingPunct="1">
        <a:spcBef>
          <a:spcPct val="0"/>
        </a:spcBef>
        <a:spcAft>
          <a:spcPct val="0"/>
        </a:spcAft>
        <a:defRPr sz="2400">
          <a:solidFill>
            <a:schemeClr val="tx2"/>
          </a:solidFill>
          <a:latin typeface="E+H Serif" pitchFamily="2" charset="0"/>
        </a:defRPr>
      </a:lvl6pPr>
      <a:lvl7pPr marL="914400" algn="l" rtl="0" eaLnBrk="1" fontAlgn="base" hangingPunct="1">
        <a:spcBef>
          <a:spcPct val="0"/>
        </a:spcBef>
        <a:spcAft>
          <a:spcPct val="0"/>
        </a:spcAft>
        <a:defRPr sz="2400">
          <a:solidFill>
            <a:schemeClr val="tx2"/>
          </a:solidFill>
          <a:latin typeface="E+H Serif" pitchFamily="2" charset="0"/>
        </a:defRPr>
      </a:lvl7pPr>
      <a:lvl8pPr marL="1371600" algn="l" rtl="0" eaLnBrk="1" fontAlgn="base" hangingPunct="1">
        <a:spcBef>
          <a:spcPct val="0"/>
        </a:spcBef>
        <a:spcAft>
          <a:spcPct val="0"/>
        </a:spcAft>
        <a:defRPr sz="2400">
          <a:solidFill>
            <a:schemeClr val="tx2"/>
          </a:solidFill>
          <a:latin typeface="E+H Serif" pitchFamily="2" charset="0"/>
        </a:defRPr>
      </a:lvl8pPr>
      <a:lvl9pPr marL="1828800" algn="l" rtl="0" eaLnBrk="1" fontAlgn="base" hangingPunct="1">
        <a:spcBef>
          <a:spcPct val="0"/>
        </a:spcBef>
        <a:spcAft>
          <a:spcPct val="0"/>
        </a:spcAft>
        <a:defRPr sz="2400">
          <a:solidFill>
            <a:schemeClr val="tx2"/>
          </a:solidFill>
          <a:latin typeface="E+H Serif" pitchFamily="2" charset="0"/>
        </a:defRPr>
      </a:lvl9pPr>
    </p:titleStyle>
    <p:bodyStyle>
      <a:lvl1pPr marL="269875" indent="-269875" algn="l" rtl="0" eaLnBrk="1" fontAlgn="base" hangingPunct="1">
        <a:lnSpc>
          <a:spcPct val="110000"/>
        </a:lnSpc>
        <a:spcBef>
          <a:spcPts val="0"/>
        </a:spcBef>
        <a:spcAft>
          <a:spcPts val="600"/>
        </a:spcAft>
        <a:buClr>
          <a:srgbClr val="007CAA"/>
        </a:buClr>
        <a:buFont typeface="E+H Serif" pitchFamily="18" charset="0"/>
        <a:buChar char="•"/>
        <a:defRPr sz="2000">
          <a:solidFill>
            <a:srgbClr val="000000"/>
          </a:solidFill>
          <a:latin typeface="E+H Serif"/>
          <a:ea typeface="+mn-ea"/>
          <a:cs typeface="+mn-cs"/>
        </a:defRPr>
      </a:lvl1pPr>
      <a:lvl2pPr marL="541338" indent="-271463" algn="l" rtl="0" eaLnBrk="1" fontAlgn="base" hangingPunct="1">
        <a:lnSpc>
          <a:spcPct val="110000"/>
        </a:lnSpc>
        <a:spcBef>
          <a:spcPts val="0"/>
        </a:spcBef>
        <a:spcAft>
          <a:spcPts val="600"/>
        </a:spcAft>
        <a:buClr>
          <a:srgbClr val="007CAA"/>
        </a:buClr>
        <a:buFont typeface="E+H Serif" pitchFamily="18" charset="0"/>
        <a:buChar char="•"/>
        <a:defRPr sz="1800">
          <a:solidFill>
            <a:srgbClr val="000000"/>
          </a:solidFill>
          <a:latin typeface="E+H Serif"/>
        </a:defRPr>
      </a:lvl2pPr>
      <a:lvl3pPr marL="717550" indent="-182563" algn="l" rtl="0" eaLnBrk="1" fontAlgn="base" hangingPunct="1">
        <a:lnSpc>
          <a:spcPct val="110000"/>
        </a:lnSpc>
        <a:spcBef>
          <a:spcPts val="0"/>
        </a:spcBef>
        <a:spcAft>
          <a:spcPts val="400"/>
        </a:spcAft>
        <a:buClr>
          <a:srgbClr val="007CAA"/>
        </a:buClr>
        <a:buFont typeface="E+H Serif" pitchFamily="18" charset="0"/>
        <a:buChar char="•"/>
        <a:defRPr sz="1400">
          <a:solidFill>
            <a:srgbClr val="000000"/>
          </a:solidFill>
          <a:latin typeface="E+H Serif"/>
        </a:defRPr>
      </a:lvl3pPr>
      <a:lvl4pPr marL="900113" indent="-176213" algn="l" rtl="0" eaLnBrk="1" fontAlgn="base" hangingPunct="1">
        <a:lnSpc>
          <a:spcPct val="110000"/>
        </a:lnSpc>
        <a:spcBef>
          <a:spcPts val="0"/>
        </a:spcBef>
        <a:spcAft>
          <a:spcPts val="400"/>
        </a:spcAft>
        <a:buClr>
          <a:srgbClr val="007CAA"/>
        </a:buClr>
        <a:buFont typeface="E+H Serif" pitchFamily="18" charset="0"/>
        <a:buChar char="•"/>
        <a:defRPr sz="1400">
          <a:solidFill>
            <a:srgbClr val="000000"/>
          </a:solidFill>
          <a:latin typeface="E+H Serif"/>
        </a:defRPr>
      </a:lvl4pPr>
      <a:lvl5pPr marL="1074738" indent="-182563" algn="l" rtl="0" eaLnBrk="1" fontAlgn="base" hangingPunct="1">
        <a:lnSpc>
          <a:spcPct val="110000"/>
        </a:lnSpc>
        <a:spcBef>
          <a:spcPts val="0"/>
        </a:spcBef>
        <a:spcAft>
          <a:spcPts val="400"/>
        </a:spcAft>
        <a:buClr>
          <a:srgbClr val="007CAA"/>
        </a:buClr>
        <a:buFont typeface="E+H Serif" pitchFamily="18" charset="0"/>
        <a:buChar char="•"/>
        <a:defRPr sz="1400">
          <a:solidFill>
            <a:srgbClr val="000000"/>
          </a:solidFill>
          <a:latin typeface="E+H Serif"/>
        </a:defRPr>
      </a:lvl5pPr>
      <a:lvl6pPr marL="22526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6pPr>
      <a:lvl7pPr marL="27098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7pPr>
      <a:lvl8pPr marL="31670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8pPr>
      <a:lvl9pPr marL="3624263" indent="-179388" algn="l" rtl="0" eaLnBrk="1" fontAlgn="base" hangingPunct="1">
        <a:lnSpc>
          <a:spcPct val="110000"/>
        </a:lnSpc>
        <a:spcBef>
          <a:spcPct val="90000"/>
        </a:spcBef>
        <a:spcAft>
          <a:spcPct val="0"/>
        </a:spcAft>
        <a:buClr>
          <a:srgbClr val="0088FF"/>
        </a:buClr>
        <a:buFont typeface="Wingdings" pitchFamily="2" charset="2"/>
        <a:buChar char="n"/>
        <a:defRPr sz="1600">
          <a:solidFill>
            <a:srgbClr val="000000"/>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11" userDrawn="1">
          <p15:clr>
            <a:srgbClr val="F26B43"/>
          </p15:clr>
        </p15:guide>
        <p15:guide id="3" orient="horz" pos="3838" userDrawn="1">
          <p15:clr>
            <a:srgbClr val="F26B43"/>
          </p15:clr>
        </p15:guide>
        <p15:guide id="4" pos="7469" userDrawn="1">
          <p15:clr>
            <a:srgbClr val="F26B43"/>
          </p15:clr>
        </p15:guide>
        <p15:guide id="5" pos="6306" userDrawn="1">
          <p15:clr>
            <a:srgbClr val="F26B43"/>
          </p15:clr>
        </p15:guide>
        <p15:guide id="6" orient="horz" pos="731" userDrawn="1">
          <p15:clr>
            <a:srgbClr val="F26B43"/>
          </p15:clr>
        </p15:guide>
        <p15:guide id="7" orient="horz" pos="3952"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16.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6.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16.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6.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6.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16.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16.xml"/><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6.xml"/><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microsoft.com/office/2018/10/relationships/comments" Target="../comments/modernComment_7FF64E2C_E0829901.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image" Target="../media/image22.gif"/><Relationship Id="rId1" Type="http://schemas.openxmlformats.org/officeDocument/2006/relationships/slideLayout" Target="../slideLayouts/slideLayout21.xml"/></Relationships>
</file>

<file path=ppt/slides/_rels/slide24.xml.rels><?xml version="1.0" encoding="UTF-8" standalone="yes"?>
<Relationships xmlns="http://schemas.openxmlformats.org/package/2006/relationships"><Relationship Id="rId8" Type="http://schemas.openxmlformats.org/officeDocument/2006/relationships/hyperlink" Target="https://learn.microsoft.com/en-us/dotnet/core/testing/unit-testing-mstest-intro" TargetMode="External"/><Relationship Id="rId3" Type="http://schemas.openxmlformats.org/officeDocument/2006/relationships/hyperlink" Target="https://literature.rockwellautomation.com/idc/groups/literature/documents/pm/1756-pm019_-en-p.pdf" TargetMode="External"/><Relationship Id="rId7" Type="http://schemas.openxmlformats.org/officeDocument/2006/relationships/hyperlink" Target="https://github.com/FlaUI/FlaUI" TargetMode="External"/><Relationship Id="rId2" Type="http://schemas.openxmlformats.org/officeDocument/2006/relationships/hyperlink" Target="https://www.dropbox.com/scl/fi/s804to4dmrvgm4xwr5l3e/RSLogix5000_V35.xsd?rlkey=c236opuvsh6ullwfw0auc68h1&amp;e=3&amp;dl=0" TargetMode="External"/><Relationship Id="rId1" Type="http://schemas.openxmlformats.org/officeDocument/2006/relationships/slideLayout" Target="../slideLayouts/slideLayout12.xml"/><Relationship Id="rId6" Type="http://schemas.openxmlformats.org/officeDocument/2006/relationships/hyperlink" Target="https://github.com/devlooped/moq" TargetMode="External"/><Relationship Id="rId5" Type="http://schemas.openxmlformats.org/officeDocument/2006/relationships/hyperlink" Target="https://learn.microsoft.com/en-us/dotnet/api/system.xml.linq?view=net-9.0" TargetMode="External"/><Relationship Id="rId4" Type="http://schemas.openxmlformats.org/officeDocument/2006/relationships/hyperlink" Target="https://literature.rockwellautomation.com/idc/groups/literature/documents/rm/1756-rm014_-en-p.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gTitleImage">
            <a:extLst>
              <a:ext uri="{FF2B5EF4-FFF2-40B4-BE49-F238E27FC236}">
                <a16:creationId xmlns:a16="http://schemas.microsoft.com/office/drawing/2014/main" id="{C3B7D229-3ECF-4709-9625-F30A610A6E9F}"/>
              </a:ext>
            </a:extLst>
          </p:cNvPr>
          <p:cNvPicPr>
            <a:picLocks noGrp="1"/>
          </p:cNvPicPr>
          <p:nvPr>
            <p:ph type="pic" sz="quarter" idx="13"/>
            <p:custDataLst>
              <p:tags r:id="rId1"/>
            </p:custDataLst>
          </p:nvPr>
        </p:nvPicPr>
        <p:blipFill>
          <a:blip r:embed="rId3">
            <a:extLst>
              <a:ext uri="{28A0092B-C50C-407E-A947-70E740481C1C}">
                <a14:useLocalDpi xmlns:a14="http://schemas.microsoft.com/office/drawing/2010/main" val="0"/>
              </a:ext>
            </a:extLst>
          </a:blip>
          <a:srcRect l="440" r="440"/>
          <a:stretch>
            <a:fillRect/>
          </a:stretch>
        </p:blipFill>
        <p:spPr/>
      </p:pic>
      <p:sp>
        <p:nvSpPr>
          <p:cNvPr id="21" name="Text Placeholder 4">
            <a:extLst>
              <a:ext uri="{FF2B5EF4-FFF2-40B4-BE49-F238E27FC236}">
                <a16:creationId xmlns:a16="http://schemas.microsoft.com/office/drawing/2014/main" id="{7A4BD512-8888-3571-BBB4-2135E5ACD2A0}"/>
              </a:ext>
            </a:extLst>
          </p:cNvPr>
          <p:cNvSpPr>
            <a:spLocks noGrp="1"/>
          </p:cNvSpPr>
          <p:nvPr>
            <p:ph type="body" sz="quarter" idx="17"/>
          </p:nvPr>
        </p:nvSpPr>
        <p:spPr>
          <a:xfrm>
            <a:off x="334962" y="3215568"/>
            <a:ext cx="11857036" cy="3058231"/>
          </a:xfrm>
        </p:spPr>
        <p:txBody>
          <a:bodyPr/>
          <a:lstStyle/>
          <a:p>
            <a:endParaRPr lang="en-US" dirty="0"/>
          </a:p>
        </p:txBody>
      </p:sp>
      <p:sp>
        <p:nvSpPr>
          <p:cNvPr id="6" name="Title 5">
            <a:extLst>
              <a:ext uri="{FF2B5EF4-FFF2-40B4-BE49-F238E27FC236}">
                <a16:creationId xmlns:a16="http://schemas.microsoft.com/office/drawing/2014/main" id="{6F16AD88-F4D7-9658-2A23-27726B328BC5}"/>
              </a:ext>
            </a:extLst>
          </p:cNvPr>
          <p:cNvSpPr>
            <a:spLocks noGrp="1"/>
          </p:cNvSpPr>
          <p:nvPr>
            <p:ph type="ctrTitle"/>
          </p:nvPr>
        </p:nvSpPr>
        <p:spPr>
          <a:xfrm>
            <a:off x="658964" y="3742482"/>
            <a:ext cx="9351811" cy="1431013"/>
          </a:xfrm>
        </p:spPr>
        <p:txBody>
          <a:bodyPr wrap="square" anchor="b">
            <a:normAutofit/>
          </a:bodyPr>
          <a:lstStyle/>
          <a:p>
            <a:r>
              <a:rPr lang="en-US"/>
              <a:t>L5X Automation Build Tool</a:t>
            </a:r>
            <a:endParaRPr lang="en-US" dirty="0"/>
          </a:p>
        </p:txBody>
      </p:sp>
      <p:sp>
        <p:nvSpPr>
          <p:cNvPr id="7" name="Subtitle 6">
            <a:extLst>
              <a:ext uri="{FF2B5EF4-FFF2-40B4-BE49-F238E27FC236}">
                <a16:creationId xmlns:a16="http://schemas.microsoft.com/office/drawing/2014/main" id="{05DBE8C5-106F-9E45-96DE-92C740078C67}"/>
              </a:ext>
            </a:extLst>
          </p:cNvPr>
          <p:cNvSpPr>
            <a:spLocks noGrp="1"/>
          </p:cNvSpPr>
          <p:nvPr>
            <p:ph type="subTitle" idx="1"/>
          </p:nvPr>
        </p:nvSpPr>
        <p:spPr>
          <a:xfrm>
            <a:off x="658963" y="5361113"/>
            <a:ext cx="9351812" cy="563036"/>
          </a:xfrm>
        </p:spPr>
        <p:txBody>
          <a:bodyPr wrap="square" anchor="t">
            <a:normAutofit/>
          </a:bodyPr>
          <a:lstStyle/>
          <a:p>
            <a:pPr>
              <a:lnSpc>
                <a:spcPct val="96000"/>
              </a:lnSpc>
              <a:spcAft>
                <a:spcPts val="600"/>
              </a:spcAft>
            </a:pPr>
            <a:r>
              <a:rPr lang="en-US" sz="1900" dirty="0"/>
              <a:t>Creating an alternative tool for generating L5X files for use in Rockwell Automation’s Studio 5000 Logix Designer</a:t>
            </a:r>
          </a:p>
        </p:txBody>
      </p:sp>
      <p:sp>
        <p:nvSpPr>
          <p:cNvPr id="2" name="Slide Number Placeholder 1">
            <a:extLst>
              <a:ext uri="{FF2B5EF4-FFF2-40B4-BE49-F238E27FC236}">
                <a16:creationId xmlns:a16="http://schemas.microsoft.com/office/drawing/2014/main" id="{938DB09D-36CE-9628-7D8F-D096E3AA456C}"/>
              </a:ext>
            </a:extLst>
          </p:cNvPr>
          <p:cNvSpPr>
            <a:spLocks noGrp="1"/>
          </p:cNvSpPr>
          <p:nvPr>
            <p:ph type="sldNum" sz="quarter" idx="16"/>
          </p:nvPr>
        </p:nvSpPr>
        <p:spPr/>
        <p:txBody>
          <a:bodyPr/>
          <a:lstStyle/>
          <a:p>
            <a:r>
              <a:rPr lang="en-US"/>
              <a:t>Slide </a:t>
            </a:r>
            <a:fld id="{ADA42ED7-2460-4826-BCE9-C1C85A199F52}" type="slidenum">
              <a:rPr lang="en-US" smtClean="0"/>
              <a:t>1</a:t>
            </a:fld>
            <a:endParaRPr lang="en-US" dirty="0"/>
          </a:p>
        </p:txBody>
      </p:sp>
      <p:sp>
        <p:nvSpPr>
          <p:cNvPr id="8" name="Footer Placeholder 7">
            <a:extLst>
              <a:ext uri="{FF2B5EF4-FFF2-40B4-BE49-F238E27FC236}">
                <a16:creationId xmlns:a16="http://schemas.microsoft.com/office/drawing/2014/main" id="{272DE6B9-AA42-A010-C051-99ED8FAC21B9}"/>
              </a:ext>
            </a:extLst>
          </p:cNvPr>
          <p:cNvSpPr>
            <a:spLocks noGrp="1"/>
          </p:cNvSpPr>
          <p:nvPr>
            <p:ph type="ftr" sz="quarter" idx="15"/>
          </p:nvPr>
        </p:nvSpPr>
        <p:spPr/>
        <p:txBody>
          <a:bodyPr/>
          <a:lstStyle/>
          <a:p>
            <a:r>
              <a:rPr lang="en-US"/>
              <a:t>Corbin Ferguson</a:t>
            </a:r>
            <a:endParaRPr lang="en-US" dirty="0"/>
          </a:p>
        </p:txBody>
      </p:sp>
    </p:spTree>
    <p:extLst>
      <p:ext uri="{BB962C8B-B14F-4D97-AF65-F5344CB8AC3E}">
        <p14:creationId xmlns:p14="http://schemas.microsoft.com/office/powerpoint/2010/main" val="180604131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06C52-67BC-A4C8-3ED0-3636080E3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9C7A2E-1427-5278-B512-F2A80C319122}"/>
              </a:ext>
            </a:extLst>
          </p:cNvPr>
          <p:cNvSpPr>
            <a:spLocks noGrp="1"/>
          </p:cNvSpPr>
          <p:nvPr>
            <p:ph type="title"/>
          </p:nvPr>
        </p:nvSpPr>
        <p:spPr>
          <a:xfrm>
            <a:off x="334963" y="620690"/>
            <a:ext cx="11522075" cy="360041"/>
          </a:xfrm>
        </p:spPr>
        <p:txBody>
          <a:bodyPr/>
          <a:lstStyle/>
          <a:p>
            <a:r>
              <a:rPr lang="en-US" dirty="0"/>
              <a:t>Outline</a:t>
            </a:r>
          </a:p>
        </p:txBody>
      </p:sp>
      <p:sp>
        <p:nvSpPr>
          <p:cNvPr id="13" name="Content Placeholder 12">
            <a:extLst>
              <a:ext uri="{FF2B5EF4-FFF2-40B4-BE49-F238E27FC236}">
                <a16:creationId xmlns:a16="http://schemas.microsoft.com/office/drawing/2014/main" id="{9ABB78FB-6052-78C4-38A0-9B7AF58E9FCB}"/>
              </a:ext>
            </a:extLst>
          </p:cNvPr>
          <p:cNvSpPr>
            <a:spLocks noGrp="1"/>
          </p:cNvSpPr>
          <p:nvPr>
            <p:ph idx="1"/>
          </p:nvPr>
        </p:nvSpPr>
        <p:spPr/>
        <p:txBody>
          <a:bodyPr/>
          <a:lstStyle/>
          <a:p>
            <a:r>
              <a:rPr lang="en-US" dirty="0"/>
              <a:t>Project Goals</a:t>
            </a:r>
          </a:p>
          <a:p>
            <a:r>
              <a:rPr lang="en-US" dirty="0"/>
              <a:t>Implemented Features</a:t>
            </a:r>
          </a:p>
          <a:p>
            <a:r>
              <a:rPr lang="en-US" dirty="0"/>
              <a:t>Design timeline</a:t>
            </a:r>
          </a:p>
          <a:p>
            <a:r>
              <a:rPr lang="en-US" dirty="0"/>
              <a:t>Tools Used</a:t>
            </a:r>
          </a:p>
          <a:p>
            <a:r>
              <a:rPr lang="en-US" dirty="0"/>
              <a:t>System Design</a:t>
            </a:r>
          </a:p>
          <a:p>
            <a:r>
              <a:rPr lang="en-US" dirty="0"/>
              <a:t>Testing and Verification</a:t>
            </a:r>
          </a:p>
          <a:p>
            <a:r>
              <a:rPr lang="en-US" dirty="0"/>
              <a:t>Lessons Learned</a:t>
            </a:r>
          </a:p>
          <a:p>
            <a:r>
              <a:rPr lang="en-US" dirty="0"/>
              <a:t>Conclusions</a:t>
            </a:r>
          </a:p>
        </p:txBody>
      </p:sp>
      <p:sp>
        <p:nvSpPr>
          <p:cNvPr id="4" name="Date Placeholder 3">
            <a:extLst>
              <a:ext uri="{FF2B5EF4-FFF2-40B4-BE49-F238E27FC236}">
                <a16:creationId xmlns:a16="http://schemas.microsoft.com/office/drawing/2014/main" id="{64344D59-887A-89DB-90DC-83D1F2848381}"/>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D1AEB583-7C00-647F-EA4B-940732920BC4}"/>
              </a:ext>
            </a:extLst>
          </p:cNvPr>
          <p:cNvSpPr>
            <a:spLocks noGrp="1"/>
          </p:cNvSpPr>
          <p:nvPr>
            <p:ph type="sldNum" sz="quarter" idx="12"/>
          </p:nvPr>
        </p:nvSpPr>
        <p:spPr/>
        <p:txBody>
          <a:bodyPr/>
          <a:lstStyle/>
          <a:p>
            <a:r>
              <a:rPr lang="en-US"/>
              <a:t>Slide </a:t>
            </a:r>
            <a:fld id="{6ED4F0B8-A3B9-4B6F-BEC0-B0E78C1192A7}" type="slidenum">
              <a:rPr lang="en-US" smtClean="0"/>
              <a:t>2</a:t>
            </a:fld>
            <a:endParaRPr lang="en-US" dirty="0"/>
          </a:p>
        </p:txBody>
      </p:sp>
      <p:sp>
        <p:nvSpPr>
          <p:cNvPr id="7" name="Footer Placeholder 6">
            <a:extLst>
              <a:ext uri="{FF2B5EF4-FFF2-40B4-BE49-F238E27FC236}">
                <a16:creationId xmlns:a16="http://schemas.microsoft.com/office/drawing/2014/main" id="{9F92DEA4-6CF8-8F90-FC4B-A9A798E29D53}"/>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405075198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337666-7C19-635B-616A-B69C9D688B5F}"/>
              </a:ext>
            </a:extLst>
          </p:cNvPr>
          <p:cNvSpPr>
            <a:spLocks noGrp="1"/>
          </p:cNvSpPr>
          <p:nvPr>
            <p:ph type="title"/>
          </p:nvPr>
        </p:nvSpPr>
        <p:spPr>
          <a:xfrm>
            <a:off x="334963" y="620690"/>
            <a:ext cx="11522075" cy="360041"/>
          </a:xfrm>
        </p:spPr>
        <p:txBody>
          <a:bodyPr/>
          <a:lstStyle/>
          <a:p>
            <a:r>
              <a:rPr lang="en-US" dirty="0"/>
              <a:t>Project Necessity</a:t>
            </a:r>
          </a:p>
        </p:txBody>
      </p:sp>
      <p:sp>
        <p:nvSpPr>
          <p:cNvPr id="13" name="Content Placeholder 12">
            <a:extLst>
              <a:ext uri="{FF2B5EF4-FFF2-40B4-BE49-F238E27FC236}">
                <a16:creationId xmlns:a16="http://schemas.microsoft.com/office/drawing/2014/main" id="{50705606-BEFC-7BD3-6686-7F86A4FF0F2E}"/>
              </a:ext>
            </a:extLst>
          </p:cNvPr>
          <p:cNvSpPr>
            <a:spLocks noGrp="1"/>
          </p:cNvSpPr>
          <p:nvPr>
            <p:ph idx="1"/>
          </p:nvPr>
        </p:nvSpPr>
        <p:spPr/>
        <p:txBody>
          <a:bodyPr/>
          <a:lstStyle/>
          <a:p>
            <a:pPr marL="0" indent="0">
              <a:buNone/>
            </a:pPr>
            <a:r>
              <a:rPr lang="en-US" dirty="0"/>
              <a:t>The goal of this application was to create a tool that can function as an alternative to Rockwell Automation’s Studio 5000 Logix Designer. </a:t>
            </a:r>
          </a:p>
          <a:p>
            <a:pPr marL="0" indent="0">
              <a:buNone/>
            </a:pPr>
            <a:r>
              <a:rPr lang="en-US" dirty="0"/>
              <a:t>It needed to address the following issues with the existing designer:</a:t>
            </a:r>
          </a:p>
          <a:p>
            <a:r>
              <a:rPr lang="en-US" dirty="0"/>
              <a:t>Designing controller code from scratch for each project in the designer could be tedious and repetitive</a:t>
            </a:r>
          </a:p>
          <a:p>
            <a:r>
              <a:rPr lang="en-US" dirty="0"/>
              <a:t>There was no simple way to generate large amounts of basic template code that would be frequently reused in a time-efficient manner</a:t>
            </a:r>
          </a:p>
          <a:p>
            <a:r>
              <a:rPr lang="en-US" dirty="0"/>
              <a:t>The existing designer was designed for high-detail PLC code development and unoptimized for rapid development</a:t>
            </a:r>
          </a:p>
        </p:txBody>
      </p:sp>
      <p:sp>
        <p:nvSpPr>
          <p:cNvPr id="4" name="Date Placeholder 3">
            <a:extLst>
              <a:ext uri="{FF2B5EF4-FFF2-40B4-BE49-F238E27FC236}">
                <a16:creationId xmlns:a16="http://schemas.microsoft.com/office/drawing/2014/main" id="{2A0DA76B-BB63-A9BF-165B-E74B2985F44F}"/>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06FA4B39-7169-D66F-6581-2C921C61A4C2}"/>
              </a:ext>
            </a:extLst>
          </p:cNvPr>
          <p:cNvSpPr>
            <a:spLocks noGrp="1"/>
          </p:cNvSpPr>
          <p:nvPr>
            <p:ph type="sldNum" sz="quarter" idx="12"/>
          </p:nvPr>
        </p:nvSpPr>
        <p:spPr/>
        <p:txBody>
          <a:bodyPr/>
          <a:lstStyle/>
          <a:p>
            <a:r>
              <a:rPr lang="en-US"/>
              <a:t>Slide </a:t>
            </a:r>
            <a:fld id="{0217EB87-4295-424C-A6F1-F245521C8698}" type="slidenum">
              <a:rPr lang="en-US" smtClean="0"/>
              <a:t>3</a:t>
            </a:fld>
            <a:endParaRPr lang="en-US" dirty="0"/>
          </a:p>
        </p:txBody>
      </p:sp>
      <p:sp>
        <p:nvSpPr>
          <p:cNvPr id="7" name="Footer Placeholder 6">
            <a:extLst>
              <a:ext uri="{FF2B5EF4-FFF2-40B4-BE49-F238E27FC236}">
                <a16:creationId xmlns:a16="http://schemas.microsoft.com/office/drawing/2014/main" id="{EC3C20AC-5806-3680-AF5B-733BD52FDB8F}"/>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4639642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A5873-0A0A-14D5-9C6C-E6923A0FE6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9311E1-2F3C-706B-E772-4C7FF4CB0DFD}"/>
              </a:ext>
            </a:extLst>
          </p:cNvPr>
          <p:cNvSpPr>
            <a:spLocks noGrp="1"/>
          </p:cNvSpPr>
          <p:nvPr>
            <p:ph type="title"/>
          </p:nvPr>
        </p:nvSpPr>
        <p:spPr>
          <a:xfrm>
            <a:off x="334963" y="620690"/>
            <a:ext cx="11522075" cy="360041"/>
          </a:xfrm>
        </p:spPr>
        <p:txBody>
          <a:bodyPr/>
          <a:lstStyle/>
          <a:p>
            <a:r>
              <a:rPr lang="en-US" dirty="0"/>
              <a:t>Requirements</a:t>
            </a:r>
          </a:p>
        </p:txBody>
      </p:sp>
      <p:sp>
        <p:nvSpPr>
          <p:cNvPr id="13" name="Content Placeholder 12">
            <a:extLst>
              <a:ext uri="{FF2B5EF4-FFF2-40B4-BE49-F238E27FC236}">
                <a16:creationId xmlns:a16="http://schemas.microsoft.com/office/drawing/2014/main" id="{929D0112-3559-BA85-36ED-E2064B91FC9A}"/>
              </a:ext>
            </a:extLst>
          </p:cNvPr>
          <p:cNvSpPr>
            <a:spLocks noGrp="1"/>
          </p:cNvSpPr>
          <p:nvPr>
            <p:ph idx="1"/>
          </p:nvPr>
        </p:nvSpPr>
        <p:spPr/>
        <p:txBody>
          <a:bodyPr/>
          <a:lstStyle/>
          <a:p>
            <a:pPr marL="0" indent="0">
              <a:buNone/>
            </a:pPr>
            <a:r>
              <a:rPr lang="en-US" dirty="0"/>
              <a:t>It will help augment rapid PLC code development through implementation of the following features:</a:t>
            </a:r>
          </a:p>
          <a:p>
            <a:r>
              <a:rPr lang="en-US" dirty="0"/>
              <a:t>Create new objects from a default template</a:t>
            </a:r>
          </a:p>
          <a:p>
            <a:r>
              <a:rPr lang="en-US" dirty="0"/>
              <a:t>Import objects from other files</a:t>
            </a:r>
          </a:p>
          <a:p>
            <a:r>
              <a:rPr lang="en-US" dirty="0"/>
              <a:t>Modify existing objects in the file</a:t>
            </a:r>
          </a:p>
          <a:p>
            <a:r>
              <a:rPr lang="en-US" dirty="0"/>
              <a:t>Delete existing objects in the file</a:t>
            </a:r>
          </a:p>
          <a:p>
            <a:r>
              <a:rPr lang="en-US" dirty="0"/>
              <a:t>Load existing files</a:t>
            </a:r>
          </a:p>
          <a:p>
            <a:r>
              <a:rPr lang="en-US" dirty="0"/>
              <a:t>Save file as .L5X</a:t>
            </a:r>
          </a:p>
          <a:p>
            <a:r>
              <a:rPr lang="en-US" dirty="0"/>
              <a:t>Library of files for the user to select from – only partially implemented</a:t>
            </a:r>
          </a:p>
        </p:txBody>
      </p:sp>
      <p:sp>
        <p:nvSpPr>
          <p:cNvPr id="4" name="Date Placeholder 3">
            <a:extLst>
              <a:ext uri="{FF2B5EF4-FFF2-40B4-BE49-F238E27FC236}">
                <a16:creationId xmlns:a16="http://schemas.microsoft.com/office/drawing/2014/main" id="{7BCF4611-BDC5-30DA-B81B-069E70C72C5C}"/>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1910D28F-D0D7-89C9-84EE-6BB86615E5EC}"/>
              </a:ext>
            </a:extLst>
          </p:cNvPr>
          <p:cNvSpPr>
            <a:spLocks noGrp="1"/>
          </p:cNvSpPr>
          <p:nvPr>
            <p:ph type="sldNum" sz="quarter" idx="12"/>
          </p:nvPr>
        </p:nvSpPr>
        <p:spPr/>
        <p:txBody>
          <a:bodyPr/>
          <a:lstStyle/>
          <a:p>
            <a:r>
              <a:rPr lang="en-US"/>
              <a:t>Slide </a:t>
            </a:r>
            <a:fld id="{9509DEC0-B203-4E7F-B1E2-3D38B394EC90}" type="slidenum">
              <a:rPr lang="en-US" smtClean="0"/>
              <a:t>4</a:t>
            </a:fld>
            <a:endParaRPr lang="en-US" dirty="0"/>
          </a:p>
        </p:txBody>
      </p:sp>
      <p:sp>
        <p:nvSpPr>
          <p:cNvPr id="7" name="Footer Placeholder 6">
            <a:extLst>
              <a:ext uri="{FF2B5EF4-FFF2-40B4-BE49-F238E27FC236}">
                <a16:creationId xmlns:a16="http://schemas.microsoft.com/office/drawing/2014/main" id="{3289AD5A-D9B8-0DD6-9BCC-CA23CBE7B0C8}"/>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29286413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866DE4-249B-FCA3-5A7F-05F163C98B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1E6C66-1F62-7184-B675-F8634209902C}"/>
              </a:ext>
            </a:extLst>
          </p:cNvPr>
          <p:cNvSpPr>
            <a:spLocks noGrp="1"/>
          </p:cNvSpPr>
          <p:nvPr>
            <p:ph type="title"/>
          </p:nvPr>
        </p:nvSpPr>
        <p:spPr>
          <a:xfrm>
            <a:off x="334963" y="620690"/>
            <a:ext cx="11522075" cy="360041"/>
          </a:xfrm>
        </p:spPr>
        <p:txBody>
          <a:bodyPr/>
          <a:lstStyle/>
          <a:p>
            <a:r>
              <a:rPr lang="en-US" dirty="0"/>
              <a:t>Design Timeline</a:t>
            </a:r>
          </a:p>
        </p:txBody>
      </p:sp>
      <p:sp>
        <p:nvSpPr>
          <p:cNvPr id="4" name="Date Placeholder 3">
            <a:extLst>
              <a:ext uri="{FF2B5EF4-FFF2-40B4-BE49-F238E27FC236}">
                <a16:creationId xmlns:a16="http://schemas.microsoft.com/office/drawing/2014/main" id="{98ECF90B-3B05-898A-22FC-076CFE1CCF51}"/>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4F1CFC65-37C8-4089-27E5-F2837CEC131C}"/>
              </a:ext>
            </a:extLst>
          </p:cNvPr>
          <p:cNvSpPr>
            <a:spLocks noGrp="1"/>
          </p:cNvSpPr>
          <p:nvPr>
            <p:ph type="sldNum" sz="quarter" idx="12"/>
          </p:nvPr>
        </p:nvSpPr>
        <p:spPr/>
        <p:txBody>
          <a:bodyPr/>
          <a:lstStyle/>
          <a:p>
            <a:r>
              <a:rPr lang="en-US"/>
              <a:t>Slide </a:t>
            </a:r>
            <a:fld id="{56BA209A-2E05-4EC7-ADAC-6B751F7D63D1}" type="slidenum">
              <a:rPr lang="en-US" smtClean="0"/>
              <a:t>5</a:t>
            </a:fld>
            <a:endParaRPr lang="en-US" dirty="0"/>
          </a:p>
        </p:txBody>
      </p:sp>
      <p:sp>
        <p:nvSpPr>
          <p:cNvPr id="7" name="Footer Placeholder 6">
            <a:extLst>
              <a:ext uri="{FF2B5EF4-FFF2-40B4-BE49-F238E27FC236}">
                <a16:creationId xmlns:a16="http://schemas.microsoft.com/office/drawing/2014/main" id="{173752C8-897A-58CF-1846-D12DCC149E52}"/>
              </a:ext>
            </a:extLst>
          </p:cNvPr>
          <p:cNvSpPr>
            <a:spLocks noGrp="1"/>
          </p:cNvSpPr>
          <p:nvPr>
            <p:ph type="ftr" sz="quarter" idx="11"/>
          </p:nvPr>
        </p:nvSpPr>
        <p:spPr/>
        <p:txBody>
          <a:bodyPr/>
          <a:lstStyle/>
          <a:p>
            <a:r>
              <a:rPr lang="en-US"/>
              <a:t>Corbin Ferguson</a:t>
            </a:r>
            <a:endParaRPr lang="en-US" dirty="0"/>
          </a:p>
        </p:txBody>
      </p:sp>
      <p:pic>
        <p:nvPicPr>
          <p:cNvPr id="1026" name="Picture 2">
            <a:extLst>
              <a:ext uri="{FF2B5EF4-FFF2-40B4-BE49-F238E27FC236}">
                <a16:creationId xmlns:a16="http://schemas.microsoft.com/office/drawing/2014/main" id="{7A3656F4-BD3B-98D5-6495-1B001800A6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9551" y="1083810"/>
            <a:ext cx="11724720" cy="1758708"/>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D834BBEC-46B0-FF3A-00E5-190F80CDBC0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4962" y="2842518"/>
            <a:ext cx="11496753" cy="293167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99390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9" name="Title 1">
            <a:extLst>
              <a:ext uri="{FF2B5EF4-FFF2-40B4-BE49-F238E27FC236}">
                <a16:creationId xmlns:a16="http://schemas.microsoft.com/office/drawing/2014/main" id="{DE7D139F-1F92-4BD8-0AD6-6BA8F2883934}"/>
              </a:ext>
            </a:extLst>
          </p:cNvPr>
          <p:cNvSpPr>
            <a:spLocks noGrp="1"/>
          </p:cNvSpPr>
          <p:nvPr>
            <p:ph type="title"/>
          </p:nvPr>
        </p:nvSpPr>
        <p:spPr>
          <a:xfrm>
            <a:off x="334963" y="620690"/>
            <a:ext cx="11522075" cy="360041"/>
          </a:xfrm>
        </p:spPr>
        <p:txBody>
          <a:bodyPr/>
          <a:lstStyle/>
          <a:p>
            <a:r>
              <a:rPr lang="en-US" dirty="0"/>
              <a:t>System Architecture</a:t>
            </a:r>
          </a:p>
        </p:txBody>
      </p:sp>
      <p:sp>
        <p:nvSpPr>
          <p:cNvPr id="4" name="Date Placeholder 3">
            <a:extLst>
              <a:ext uri="{FF2B5EF4-FFF2-40B4-BE49-F238E27FC236}">
                <a16:creationId xmlns:a16="http://schemas.microsoft.com/office/drawing/2014/main" id="{2A9FE8A4-E06E-22A9-D3EB-7A7FCED11DB8}"/>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pic>
        <p:nvPicPr>
          <p:cNvPr id="3074" name="Picture 2">
            <a:extLst>
              <a:ext uri="{FF2B5EF4-FFF2-40B4-BE49-F238E27FC236}">
                <a16:creationId xmlns:a16="http://schemas.microsoft.com/office/drawing/2014/main" id="{589C1114-EE17-B236-E59B-833EB4FC6E6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1054574" y="1164474"/>
            <a:ext cx="4176777" cy="4928351"/>
          </a:xfrm>
          <a:prstGeom prst="rect">
            <a:avLst/>
          </a:prstGeom>
          <a:solidFill>
            <a:srgbClr val="FFFFFF"/>
          </a:solidFill>
        </p:spPr>
      </p:pic>
      <p:sp>
        <p:nvSpPr>
          <p:cNvPr id="3081" name="Content Placeholder 4">
            <a:extLst>
              <a:ext uri="{FF2B5EF4-FFF2-40B4-BE49-F238E27FC236}">
                <a16:creationId xmlns:a16="http://schemas.microsoft.com/office/drawing/2014/main" id="{48E97AF7-5AD2-DC2E-0D5D-6756B90C946E}"/>
              </a:ext>
            </a:extLst>
          </p:cNvPr>
          <p:cNvSpPr>
            <a:spLocks noGrp="1"/>
          </p:cNvSpPr>
          <p:nvPr>
            <p:ph sz="quarter" idx="14"/>
          </p:nvPr>
        </p:nvSpPr>
        <p:spPr>
          <a:xfrm>
            <a:off x="6241037" y="1061156"/>
            <a:ext cx="5616000" cy="5031669"/>
          </a:xfrm>
        </p:spPr>
        <p:txBody>
          <a:bodyPr/>
          <a:lstStyle/>
          <a:p>
            <a:r>
              <a:rPr lang="en-US" dirty="0"/>
              <a:t>3-Tiered architecture style:</a:t>
            </a:r>
          </a:p>
          <a:p>
            <a:pPr lvl="1"/>
            <a:r>
              <a:rPr lang="en-US" dirty="0"/>
              <a:t>Presentation Layer: </a:t>
            </a:r>
          </a:p>
          <a:p>
            <a:pPr marL="719138" lvl="2" fontAlgn="t">
              <a:lnSpc>
                <a:spcPct val="100000"/>
              </a:lnSpc>
              <a:buSzPct val="100000"/>
            </a:pPr>
            <a:r>
              <a:rPr lang="en-US" dirty="0"/>
              <a:t>Multi‑form, event‑driven interface</a:t>
            </a:r>
          </a:p>
          <a:p>
            <a:pPr marL="719138" lvl="2" fontAlgn="t">
              <a:lnSpc>
                <a:spcPct val="100000"/>
              </a:lnSpc>
              <a:buSzPct val="100000"/>
            </a:pPr>
            <a:r>
              <a:rPr lang="en-US" dirty="0"/>
              <a:t>Collects user input and returns structured data</a:t>
            </a:r>
          </a:p>
          <a:p>
            <a:pPr marL="719138" lvl="2" fontAlgn="t">
              <a:lnSpc>
                <a:spcPct val="100000"/>
              </a:lnSpc>
              <a:buSzPct val="100000"/>
            </a:pPr>
            <a:r>
              <a:rPr lang="en-US" dirty="0"/>
              <a:t>Dynamically navigates between UI stages based on workflow logic</a:t>
            </a:r>
          </a:p>
          <a:p>
            <a:pPr marL="542926" lvl="1" fontAlgn="t">
              <a:lnSpc>
                <a:spcPct val="100000"/>
              </a:lnSpc>
              <a:buSzPct val="100000"/>
            </a:pPr>
            <a:r>
              <a:rPr lang="en-US" dirty="0"/>
              <a:t>Business Logic Layer:</a:t>
            </a:r>
          </a:p>
          <a:p>
            <a:pPr marL="719138" lvl="2" fontAlgn="t">
              <a:lnSpc>
                <a:spcPct val="100000"/>
              </a:lnSpc>
              <a:buSzPct val="100000"/>
            </a:pPr>
            <a:r>
              <a:rPr lang="en-US" dirty="0"/>
              <a:t>Core processing written in C# using LINQ to XML</a:t>
            </a:r>
          </a:p>
          <a:p>
            <a:pPr marL="719138" lvl="2" fontAlgn="t">
              <a:lnSpc>
                <a:spcPct val="100000"/>
              </a:lnSpc>
              <a:buSzPct val="100000"/>
            </a:pPr>
            <a:r>
              <a:rPr lang="en-US" dirty="0"/>
              <a:t>Imports, Creates, modifies, deletes</a:t>
            </a:r>
          </a:p>
          <a:p>
            <a:pPr marL="542926" lvl="1" fontAlgn="t">
              <a:lnSpc>
                <a:spcPct val="100000"/>
              </a:lnSpc>
              <a:buSzPct val="100000"/>
            </a:pPr>
            <a:r>
              <a:rPr lang="en-US" dirty="0"/>
              <a:t>Data Layer:</a:t>
            </a:r>
          </a:p>
          <a:p>
            <a:pPr marL="719138" lvl="2" fontAlgn="t">
              <a:lnSpc>
                <a:spcPct val="100000"/>
              </a:lnSpc>
              <a:buSzPct val="100000"/>
            </a:pPr>
            <a:r>
              <a:rPr lang="en-US" dirty="0"/>
              <a:t>Uses the </a:t>
            </a:r>
            <a:r>
              <a:rPr lang="en-US" b="1" dirty="0"/>
              <a:t>RSLogix5000_V35.xsd </a:t>
            </a:r>
            <a:r>
              <a:rPr lang="en-US" dirty="0"/>
              <a:t>XML schema for XML structure guidance</a:t>
            </a:r>
          </a:p>
          <a:p>
            <a:pPr marL="901701" lvl="3" fontAlgn="t">
              <a:lnSpc>
                <a:spcPct val="100000"/>
              </a:lnSpc>
              <a:buSzPct val="100000"/>
            </a:pPr>
            <a:r>
              <a:rPr lang="en-US" dirty="0"/>
              <a:t>Identify necessary attributes or </a:t>
            </a:r>
            <a:r>
              <a:rPr lang="en-US" dirty="0" err="1"/>
              <a:t>subelements</a:t>
            </a:r>
            <a:endParaRPr lang="en-US" dirty="0"/>
          </a:p>
          <a:p>
            <a:pPr marL="901701" lvl="3" fontAlgn="t">
              <a:lnSpc>
                <a:spcPct val="100000"/>
              </a:lnSpc>
              <a:buSzPct val="100000"/>
            </a:pPr>
            <a:r>
              <a:rPr lang="en-US" dirty="0"/>
              <a:t>Find valid types or parent and child relations</a:t>
            </a:r>
          </a:p>
          <a:p>
            <a:pPr marL="719138" lvl="2" fontAlgn="t">
              <a:lnSpc>
                <a:spcPct val="100000"/>
              </a:lnSpc>
              <a:buSzPct val="100000"/>
            </a:pPr>
            <a:r>
              <a:rPr lang="en-US" dirty="0"/>
              <a:t>Loads template files from a defined library</a:t>
            </a:r>
          </a:p>
          <a:p>
            <a:pPr marL="719138" lvl="2" fontAlgn="t">
              <a:lnSpc>
                <a:spcPct val="100000"/>
              </a:lnSpc>
              <a:buSzPct val="100000"/>
            </a:pPr>
            <a:r>
              <a:rPr lang="en-US" dirty="0"/>
              <a:t>Central </a:t>
            </a:r>
            <a:r>
              <a:rPr lang="en-US" dirty="0" err="1"/>
              <a:t>XMLHandler</a:t>
            </a:r>
            <a:r>
              <a:rPr lang="en-US" dirty="0"/>
              <a:t> class abstracts all read/write operations</a:t>
            </a:r>
          </a:p>
        </p:txBody>
      </p:sp>
      <p:sp>
        <p:nvSpPr>
          <p:cNvPr id="5" name="Footer Placeholder 4">
            <a:extLst>
              <a:ext uri="{FF2B5EF4-FFF2-40B4-BE49-F238E27FC236}">
                <a16:creationId xmlns:a16="http://schemas.microsoft.com/office/drawing/2014/main" id="{155F751A-16E2-0724-4BD0-168517E9733B}"/>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6" name="Slide Number Placeholder 5">
            <a:extLst>
              <a:ext uri="{FF2B5EF4-FFF2-40B4-BE49-F238E27FC236}">
                <a16:creationId xmlns:a16="http://schemas.microsoft.com/office/drawing/2014/main" id="{F44F0703-936F-3954-8205-F9125E1E2DE6}"/>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60BF249C-6EE1-465B-9621-0BD76B5184D6}" type="slidenum">
              <a:rPr lang="en-US" smtClean="0"/>
              <a:pPr>
                <a:lnSpc>
                  <a:spcPct val="90000"/>
                </a:lnSpc>
                <a:spcAft>
                  <a:spcPts val="600"/>
                </a:spcAft>
              </a:pPr>
              <a:t>6</a:t>
            </a:fld>
            <a:endParaRPr lang="en-US"/>
          </a:p>
        </p:txBody>
      </p:sp>
    </p:spTree>
    <p:extLst>
      <p:ext uri="{BB962C8B-B14F-4D97-AF65-F5344CB8AC3E}">
        <p14:creationId xmlns:p14="http://schemas.microsoft.com/office/powerpoint/2010/main" val="336677110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F9CABB68-B9AE-E538-B290-526A0808696E}"/>
              </a:ext>
            </a:extLst>
          </p:cNvPr>
          <p:cNvSpPr>
            <a:spLocks noGrp="1"/>
          </p:cNvSpPr>
          <p:nvPr>
            <p:ph type="title"/>
          </p:nvPr>
        </p:nvSpPr>
        <p:spPr>
          <a:xfrm>
            <a:off x="334963" y="620690"/>
            <a:ext cx="11522075" cy="360041"/>
          </a:xfrm>
        </p:spPr>
        <p:txBody>
          <a:bodyPr wrap="none" anchor="t">
            <a:normAutofit/>
          </a:bodyPr>
          <a:lstStyle/>
          <a:p>
            <a:r>
              <a:rPr lang="en-US" dirty="0"/>
              <a:t>Core Class Functionality-Data &amp; Business Logic Layer</a:t>
            </a:r>
          </a:p>
        </p:txBody>
      </p:sp>
      <p:sp>
        <p:nvSpPr>
          <p:cNvPr id="3" name="Date Placeholder 2">
            <a:extLst>
              <a:ext uri="{FF2B5EF4-FFF2-40B4-BE49-F238E27FC236}">
                <a16:creationId xmlns:a16="http://schemas.microsoft.com/office/drawing/2014/main" id="{EB6FB79B-8ABC-218A-B905-F6EA441DAD73}"/>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sp>
        <p:nvSpPr>
          <p:cNvPr id="26" name="Content Placeholder 4">
            <a:extLst>
              <a:ext uri="{FF2B5EF4-FFF2-40B4-BE49-F238E27FC236}">
                <a16:creationId xmlns:a16="http://schemas.microsoft.com/office/drawing/2014/main" id="{ED360616-AB19-F180-EAE4-E484295C9E7C}"/>
              </a:ext>
            </a:extLst>
          </p:cNvPr>
          <p:cNvSpPr>
            <a:spLocks noGrp="1"/>
          </p:cNvSpPr>
          <p:nvPr>
            <p:ph sz="quarter" idx="14"/>
          </p:nvPr>
        </p:nvSpPr>
        <p:spPr>
          <a:xfrm>
            <a:off x="7595615" y="980732"/>
            <a:ext cx="4261421" cy="5112094"/>
          </a:xfrm>
        </p:spPr>
        <p:txBody>
          <a:bodyPr/>
          <a:lstStyle/>
          <a:p>
            <a:r>
              <a:rPr lang="en-US" sz="1800" dirty="0"/>
              <a:t>Execute</a:t>
            </a:r>
          </a:p>
          <a:p>
            <a:pPr lvl="1"/>
            <a:r>
              <a:rPr lang="en-US" sz="1600" dirty="0"/>
              <a:t>Coordinates major operations</a:t>
            </a:r>
          </a:p>
          <a:p>
            <a:pPr lvl="1"/>
            <a:r>
              <a:rPr lang="en-US" sz="1600" dirty="0"/>
              <a:t>Only class that interacts with GUI elements (through Interfaces)</a:t>
            </a:r>
          </a:p>
          <a:p>
            <a:r>
              <a:rPr lang="en-US" sz="1800" dirty="0" err="1"/>
              <a:t>ElementHelper</a:t>
            </a:r>
            <a:endParaRPr lang="en-US" sz="1800" dirty="0"/>
          </a:p>
          <a:p>
            <a:pPr lvl="1"/>
            <a:r>
              <a:rPr lang="en-US" sz="1600" dirty="0"/>
              <a:t>Contains relevant information for elements currently being modified</a:t>
            </a:r>
          </a:p>
          <a:p>
            <a:r>
              <a:rPr lang="en-US" sz="1800" dirty="0" err="1"/>
              <a:t>XMLHandler</a:t>
            </a:r>
            <a:endParaRPr lang="en-US" sz="1800" dirty="0"/>
          </a:p>
          <a:p>
            <a:pPr lvl="1"/>
            <a:r>
              <a:rPr lang="en-US" sz="1600" dirty="0"/>
              <a:t>Handles the reading and writing of </a:t>
            </a:r>
            <a:r>
              <a:rPr lang="en-US" sz="1600"/>
              <a:t>XML objects</a:t>
            </a:r>
            <a:endParaRPr lang="en-US" sz="1600" dirty="0"/>
          </a:p>
          <a:p>
            <a:r>
              <a:rPr lang="en-US" sz="1800" dirty="0" err="1"/>
              <a:t>ValidationHandler</a:t>
            </a:r>
            <a:endParaRPr lang="en-US" sz="1800" dirty="0"/>
          </a:p>
          <a:p>
            <a:pPr lvl="1"/>
            <a:r>
              <a:rPr lang="en-US" sz="1600" dirty="0"/>
              <a:t>Handles reading of XSD file, passes information to </a:t>
            </a:r>
            <a:r>
              <a:rPr lang="en-US" sz="1600" dirty="0" err="1"/>
              <a:t>XMLHandler</a:t>
            </a:r>
            <a:endParaRPr lang="en-US" sz="1600" dirty="0"/>
          </a:p>
        </p:txBody>
      </p:sp>
      <p:sp>
        <p:nvSpPr>
          <p:cNvPr id="6" name="Footer Placeholder 5">
            <a:extLst>
              <a:ext uri="{FF2B5EF4-FFF2-40B4-BE49-F238E27FC236}">
                <a16:creationId xmlns:a16="http://schemas.microsoft.com/office/drawing/2014/main" id="{6EACB492-E65F-C15E-A67C-498249C527CB}"/>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7" name="Slide Number Placeholder 6">
            <a:extLst>
              <a:ext uri="{FF2B5EF4-FFF2-40B4-BE49-F238E27FC236}">
                <a16:creationId xmlns:a16="http://schemas.microsoft.com/office/drawing/2014/main" id="{6248CF65-0587-F225-E8E1-4881A1DE0251}"/>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628FA54D-953C-47EB-A7E0-4AE7B797E29E}" type="slidenum">
              <a:rPr lang="en-US" smtClean="0"/>
              <a:pPr>
                <a:lnSpc>
                  <a:spcPct val="90000"/>
                </a:lnSpc>
                <a:spcAft>
                  <a:spcPts val="600"/>
                </a:spcAft>
              </a:pPr>
              <a:t>7</a:t>
            </a:fld>
            <a:endParaRPr lang="en-US"/>
          </a:p>
        </p:txBody>
      </p:sp>
      <p:pic>
        <p:nvPicPr>
          <p:cNvPr id="17" name="Picture 16">
            <a:extLst>
              <a:ext uri="{FF2B5EF4-FFF2-40B4-BE49-F238E27FC236}">
                <a16:creationId xmlns:a16="http://schemas.microsoft.com/office/drawing/2014/main" id="{07E999BB-F871-651D-2CBB-38D8B9FA34BA}"/>
              </a:ext>
            </a:extLst>
          </p:cNvPr>
          <p:cNvPicPr>
            <a:picLocks noChangeAspect="1"/>
          </p:cNvPicPr>
          <p:nvPr/>
        </p:nvPicPr>
        <p:blipFill>
          <a:blip r:embed="rId2"/>
          <a:stretch>
            <a:fillRect/>
          </a:stretch>
        </p:blipFill>
        <p:spPr>
          <a:xfrm>
            <a:off x="163512" y="1298404"/>
            <a:ext cx="7267575" cy="4476750"/>
          </a:xfrm>
          <a:prstGeom prst="rect">
            <a:avLst/>
          </a:prstGeom>
        </p:spPr>
      </p:pic>
    </p:spTree>
    <p:extLst>
      <p:ext uri="{BB962C8B-B14F-4D97-AF65-F5344CB8AC3E}">
        <p14:creationId xmlns:p14="http://schemas.microsoft.com/office/powerpoint/2010/main" val="13113989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A488E-0AA3-C6FF-749A-872D6735F6D7}"/>
              </a:ext>
            </a:extLst>
          </p:cNvPr>
          <p:cNvSpPr>
            <a:spLocks noGrp="1"/>
          </p:cNvSpPr>
          <p:nvPr>
            <p:ph type="title"/>
          </p:nvPr>
        </p:nvSpPr>
        <p:spPr>
          <a:xfrm>
            <a:off x="334963" y="620690"/>
            <a:ext cx="11522075" cy="360041"/>
          </a:xfrm>
        </p:spPr>
        <p:txBody>
          <a:bodyPr wrap="none" anchor="t">
            <a:normAutofit/>
          </a:bodyPr>
          <a:lstStyle/>
          <a:p>
            <a:r>
              <a:rPr lang="en-US" dirty="0"/>
              <a:t>Core Class Functionality – Presentation Layer</a:t>
            </a:r>
          </a:p>
        </p:txBody>
      </p:sp>
      <p:sp>
        <p:nvSpPr>
          <p:cNvPr id="3" name="Date Placeholder 2">
            <a:extLst>
              <a:ext uri="{FF2B5EF4-FFF2-40B4-BE49-F238E27FC236}">
                <a16:creationId xmlns:a16="http://schemas.microsoft.com/office/drawing/2014/main" id="{76C10641-AB06-B16E-E876-208796D7189F}"/>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pic>
        <p:nvPicPr>
          <p:cNvPr id="11" name="Picture 10">
            <a:extLst>
              <a:ext uri="{FF2B5EF4-FFF2-40B4-BE49-F238E27FC236}">
                <a16:creationId xmlns:a16="http://schemas.microsoft.com/office/drawing/2014/main" id="{B46A16E4-8866-CF99-290D-B3D2521747BE}"/>
              </a:ext>
            </a:extLst>
          </p:cNvPr>
          <p:cNvPicPr>
            <a:picLocks noChangeAspect="1"/>
          </p:cNvPicPr>
          <p:nvPr/>
        </p:nvPicPr>
        <p:blipFill>
          <a:blip r:embed="rId2"/>
          <a:srcRect b="1398"/>
          <a:stretch>
            <a:fillRect/>
          </a:stretch>
        </p:blipFill>
        <p:spPr>
          <a:xfrm>
            <a:off x="334963" y="1164474"/>
            <a:ext cx="5616000" cy="4928351"/>
          </a:xfrm>
          <a:prstGeom prst="rect">
            <a:avLst/>
          </a:prstGeom>
          <a:noFill/>
        </p:spPr>
      </p:pic>
      <p:sp>
        <p:nvSpPr>
          <p:cNvPr id="14" name="Content Placeholder 4">
            <a:extLst>
              <a:ext uri="{FF2B5EF4-FFF2-40B4-BE49-F238E27FC236}">
                <a16:creationId xmlns:a16="http://schemas.microsoft.com/office/drawing/2014/main" id="{79AF265C-42E8-C545-68A1-2F3A0E60B9FC}"/>
              </a:ext>
            </a:extLst>
          </p:cNvPr>
          <p:cNvSpPr>
            <a:spLocks noGrp="1"/>
          </p:cNvSpPr>
          <p:nvPr>
            <p:ph sz="quarter" idx="14"/>
          </p:nvPr>
        </p:nvSpPr>
        <p:spPr>
          <a:xfrm>
            <a:off x="6241037" y="1164474"/>
            <a:ext cx="5616000" cy="4928351"/>
          </a:xfrm>
        </p:spPr>
        <p:txBody>
          <a:bodyPr wrap="square" anchor="t">
            <a:normAutofit/>
          </a:bodyPr>
          <a:lstStyle/>
          <a:p>
            <a:pPr>
              <a:lnSpc>
                <a:spcPct val="100000"/>
              </a:lnSpc>
            </a:pPr>
            <a:r>
              <a:rPr lang="en-US" sz="1900" err="1"/>
              <a:t>ActionSelect</a:t>
            </a:r>
            <a:endParaRPr lang="en-US" sz="1900"/>
          </a:p>
          <a:p>
            <a:pPr lvl="1">
              <a:lnSpc>
                <a:spcPct val="100000"/>
              </a:lnSpc>
            </a:pPr>
            <a:r>
              <a:rPr lang="en-US" sz="1900"/>
              <a:t>Main menu class, takes button input  events and calls functions in Execute class</a:t>
            </a:r>
          </a:p>
          <a:p>
            <a:pPr>
              <a:lnSpc>
                <a:spcPct val="100000"/>
              </a:lnSpc>
            </a:pPr>
            <a:r>
              <a:rPr lang="en-US" sz="1900" err="1"/>
              <a:t>DropdownGui</a:t>
            </a:r>
            <a:endParaRPr lang="en-US" sz="1900"/>
          </a:p>
          <a:p>
            <a:pPr lvl="1">
              <a:lnSpc>
                <a:spcPct val="100000"/>
              </a:lnSpc>
            </a:pPr>
            <a:r>
              <a:rPr lang="en-US" sz="1900"/>
              <a:t>Single element selector via a dropdown</a:t>
            </a:r>
          </a:p>
          <a:p>
            <a:pPr lvl="1">
              <a:lnSpc>
                <a:spcPct val="100000"/>
              </a:lnSpc>
            </a:pPr>
            <a:r>
              <a:rPr lang="en-US" sz="1900"/>
              <a:t>Called when user must select between a defined list of options</a:t>
            </a:r>
          </a:p>
          <a:p>
            <a:pPr>
              <a:lnSpc>
                <a:spcPct val="100000"/>
              </a:lnSpc>
            </a:pPr>
            <a:r>
              <a:rPr lang="en-US" sz="1900" err="1"/>
              <a:t>MultiSelectDropdown</a:t>
            </a:r>
            <a:endParaRPr lang="en-US" sz="1900"/>
          </a:p>
          <a:p>
            <a:pPr lvl="1">
              <a:lnSpc>
                <a:spcPct val="100000"/>
              </a:lnSpc>
            </a:pPr>
            <a:r>
              <a:rPr lang="en-US" sz="1900"/>
              <a:t>Multiple element selector via a dropdown</a:t>
            </a:r>
          </a:p>
          <a:p>
            <a:pPr lvl="1">
              <a:lnSpc>
                <a:spcPct val="100000"/>
              </a:lnSpc>
            </a:pPr>
            <a:r>
              <a:rPr lang="en-US" sz="1900"/>
              <a:t>Called when user must select between a defined list of options</a:t>
            </a:r>
          </a:p>
          <a:p>
            <a:pPr>
              <a:lnSpc>
                <a:spcPct val="100000"/>
              </a:lnSpc>
            </a:pPr>
            <a:r>
              <a:rPr lang="en-US" sz="1900" err="1"/>
              <a:t>TextInput</a:t>
            </a:r>
            <a:endParaRPr lang="en-US" sz="1900"/>
          </a:p>
          <a:p>
            <a:pPr lvl="1">
              <a:lnSpc>
                <a:spcPct val="100000"/>
              </a:lnSpc>
            </a:pPr>
            <a:r>
              <a:rPr lang="en-US" sz="1900"/>
              <a:t>Text input field for user to type in text</a:t>
            </a:r>
          </a:p>
          <a:p>
            <a:pPr lvl="1">
              <a:lnSpc>
                <a:spcPct val="100000"/>
              </a:lnSpc>
            </a:pPr>
            <a:r>
              <a:rPr lang="en-US" sz="1900"/>
              <a:t>Can be </a:t>
            </a:r>
            <a:r>
              <a:rPr lang="en-US" sz="1900" err="1"/>
              <a:t>regex’d</a:t>
            </a:r>
            <a:r>
              <a:rPr lang="en-US" sz="1900"/>
              <a:t> to validate user input</a:t>
            </a:r>
          </a:p>
        </p:txBody>
      </p:sp>
      <p:sp>
        <p:nvSpPr>
          <p:cNvPr id="6" name="Footer Placeholder 5">
            <a:extLst>
              <a:ext uri="{FF2B5EF4-FFF2-40B4-BE49-F238E27FC236}">
                <a16:creationId xmlns:a16="http://schemas.microsoft.com/office/drawing/2014/main" id="{D74F1018-8A14-75DA-38CE-3C429B5E9B07}"/>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7" name="Slide Number Placeholder 6">
            <a:extLst>
              <a:ext uri="{FF2B5EF4-FFF2-40B4-BE49-F238E27FC236}">
                <a16:creationId xmlns:a16="http://schemas.microsoft.com/office/drawing/2014/main" id="{61B6D1AF-DF86-37A8-00C7-BCEEFF945ED2}"/>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628FA54D-953C-47EB-A7E0-4AE7B797E29E}" type="slidenum">
              <a:rPr lang="en-US" smtClean="0"/>
              <a:pPr>
                <a:lnSpc>
                  <a:spcPct val="90000"/>
                </a:lnSpc>
                <a:spcAft>
                  <a:spcPts val="600"/>
                </a:spcAft>
              </a:pPr>
              <a:t>8</a:t>
            </a:fld>
            <a:endParaRPr lang="en-US"/>
          </a:p>
        </p:txBody>
      </p:sp>
    </p:spTree>
    <p:extLst>
      <p:ext uri="{BB962C8B-B14F-4D97-AF65-F5344CB8AC3E}">
        <p14:creationId xmlns:p14="http://schemas.microsoft.com/office/powerpoint/2010/main" val="15643641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501F52-637D-977D-471F-6C2D70288A9C}"/>
              </a:ext>
            </a:extLst>
          </p:cNvPr>
          <p:cNvSpPr>
            <a:spLocks noGrp="1"/>
          </p:cNvSpPr>
          <p:nvPr>
            <p:ph type="title"/>
          </p:nvPr>
        </p:nvSpPr>
        <p:spPr/>
        <p:txBody>
          <a:bodyPr/>
          <a:lstStyle/>
          <a:p>
            <a:r>
              <a:rPr lang="en-US" dirty="0"/>
              <a:t>Major Code Refactor</a:t>
            </a:r>
          </a:p>
        </p:txBody>
      </p:sp>
      <p:sp>
        <p:nvSpPr>
          <p:cNvPr id="3" name="Content Placeholder 2">
            <a:extLst>
              <a:ext uri="{FF2B5EF4-FFF2-40B4-BE49-F238E27FC236}">
                <a16:creationId xmlns:a16="http://schemas.microsoft.com/office/drawing/2014/main" id="{9B663C46-A793-3A1B-8101-817968A30164}"/>
              </a:ext>
            </a:extLst>
          </p:cNvPr>
          <p:cNvSpPr>
            <a:spLocks noGrp="1"/>
          </p:cNvSpPr>
          <p:nvPr>
            <p:ph idx="1"/>
          </p:nvPr>
        </p:nvSpPr>
        <p:spPr>
          <a:xfrm>
            <a:off x="334961" y="1164474"/>
            <a:ext cx="10247695" cy="4928351"/>
          </a:xfrm>
        </p:spPr>
        <p:txBody>
          <a:bodyPr/>
          <a:lstStyle/>
          <a:p>
            <a:r>
              <a:rPr lang="en-US" dirty="0"/>
              <a:t>Refactored application to implement interface handling</a:t>
            </a:r>
          </a:p>
          <a:p>
            <a:r>
              <a:rPr lang="en-US" dirty="0"/>
              <a:t>Interfaces were needed for testability and isolating any interaction with external elements</a:t>
            </a:r>
          </a:p>
          <a:p>
            <a:r>
              <a:rPr lang="en-US" dirty="0"/>
              <a:t>Made file structure much smoother with clear rules: only Execute class calls the user interaction interfaces, only </a:t>
            </a:r>
            <a:r>
              <a:rPr lang="en-US" dirty="0" err="1"/>
              <a:t>XMLHandler</a:t>
            </a:r>
            <a:r>
              <a:rPr lang="en-US" dirty="0"/>
              <a:t> calls </a:t>
            </a:r>
            <a:r>
              <a:rPr lang="en-US" dirty="0" err="1"/>
              <a:t>IschemaDisambiguator</a:t>
            </a:r>
            <a:endParaRPr lang="en-US" dirty="0"/>
          </a:p>
          <a:p>
            <a:r>
              <a:rPr lang="en-US" dirty="0"/>
              <a:t>Added 7 interface classes for any interactions with external elements</a:t>
            </a:r>
          </a:p>
          <a:p>
            <a:pPr lvl="1"/>
            <a:r>
              <a:rPr lang="en-US" dirty="0"/>
              <a:t>User interactions:</a:t>
            </a:r>
          </a:p>
          <a:p>
            <a:pPr lvl="2"/>
            <a:r>
              <a:rPr lang="en-US" dirty="0" err="1"/>
              <a:t>IOpenFileService</a:t>
            </a:r>
            <a:endParaRPr lang="en-US" dirty="0"/>
          </a:p>
          <a:p>
            <a:pPr lvl="2"/>
            <a:r>
              <a:rPr lang="en-US" dirty="0" err="1"/>
              <a:t>ISaveFileService</a:t>
            </a:r>
            <a:endParaRPr lang="en-US" dirty="0"/>
          </a:p>
          <a:p>
            <a:pPr lvl="2"/>
            <a:r>
              <a:rPr lang="en-US" dirty="0" err="1"/>
              <a:t>ImessageService</a:t>
            </a:r>
            <a:endParaRPr lang="en-US" dirty="0"/>
          </a:p>
          <a:p>
            <a:pPr lvl="2"/>
            <a:r>
              <a:rPr lang="en-US" dirty="0" err="1"/>
              <a:t>IUserPromptService</a:t>
            </a:r>
            <a:endParaRPr lang="en-US" dirty="0"/>
          </a:p>
          <a:p>
            <a:pPr lvl="1"/>
            <a:r>
              <a:rPr lang="en-US" dirty="0"/>
              <a:t>File Interactions</a:t>
            </a:r>
          </a:p>
          <a:p>
            <a:pPr lvl="2"/>
            <a:r>
              <a:rPr lang="en-US" dirty="0" err="1"/>
              <a:t>IValidationService</a:t>
            </a:r>
            <a:endParaRPr lang="en-US" dirty="0"/>
          </a:p>
          <a:p>
            <a:pPr lvl="2"/>
            <a:r>
              <a:rPr lang="en-US" dirty="0" err="1"/>
              <a:t>IFileSystem</a:t>
            </a:r>
            <a:endParaRPr lang="en-US" dirty="0"/>
          </a:p>
          <a:p>
            <a:pPr lvl="2"/>
            <a:r>
              <a:rPr lang="en-US" dirty="0" err="1"/>
              <a:t>ISchemaDisambiguator</a:t>
            </a:r>
            <a:endParaRPr lang="en-US" dirty="0"/>
          </a:p>
          <a:p>
            <a:endParaRPr lang="en-US" dirty="0"/>
          </a:p>
        </p:txBody>
      </p:sp>
      <p:sp>
        <p:nvSpPr>
          <p:cNvPr id="4" name="Date Placeholder 3">
            <a:extLst>
              <a:ext uri="{FF2B5EF4-FFF2-40B4-BE49-F238E27FC236}">
                <a16:creationId xmlns:a16="http://schemas.microsoft.com/office/drawing/2014/main" id="{A2403822-2E16-3AF0-20DB-E4157D0972E2}"/>
              </a:ext>
            </a:extLst>
          </p:cNvPr>
          <p:cNvSpPr>
            <a:spLocks noGrp="1"/>
          </p:cNvSpPr>
          <p:nvPr>
            <p:ph type="dt" sz="half" idx="10"/>
          </p:nvPr>
        </p:nvSpPr>
        <p:spPr/>
        <p:txBody>
          <a:bodyPr/>
          <a:lstStyle/>
          <a:p>
            <a:r>
              <a:rPr lang="en-US"/>
              <a:t>L5X Automation Build Tool</a:t>
            </a:r>
            <a:endParaRPr lang="en-US" dirty="0"/>
          </a:p>
        </p:txBody>
      </p:sp>
      <p:sp>
        <p:nvSpPr>
          <p:cNvPr id="5" name="Footer Placeholder 4">
            <a:extLst>
              <a:ext uri="{FF2B5EF4-FFF2-40B4-BE49-F238E27FC236}">
                <a16:creationId xmlns:a16="http://schemas.microsoft.com/office/drawing/2014/main" id="{A468DAD6-FF96-14DE-7054-036F6DC1A31D}"/>
              </a:ext>
            </a:extLst>
          </p:cNvPr>
          <p:cNvSpPr>
            <a:spLocks noGrp="1"/>
          </p:cNvSpPr>
          <p:nvPr>
            <p:ph type="ftr" sz="quarter" idx="11"/>
          </p:nvPr>
        </p:nvSpPr>
        <p:spPr/>
        <p:txBody>
          <a:bodyPr/>
          <a:lstStyle/>
          <a:p>
            <a:r>
              <a:rPr lang="en-US"/>
              <a:t>Corbin Ferguson</a:t>
            </a:r>
            <a:endParaRPr lang="en-US" dirty="0"/>
          </a:p>
        </p:txBody>
      </p:sp>
      <p:sp>
        <p:nvSpPr>
          <p:cNvPr id="6" name="Slide Number Placeholder 5">
            <a:extLst>
              <a:ext uri="{FF2B5EF4-FFF2-40B4-BE49-F238E27FC236}">
                <a16:creationId xmlns:a16="http://schemas.microsoft.com/office/drawing/2014/main" id="{35A12B6A-85EB-3071-D3BE-FF977C73E2E1}"/>
              </a:ext>
            </a:extLst>
          </p:cNvPr>
          <p:cNvSpPr>
            <a:spLocks noGrp="1"/>
          </p:cNvSpPr>
          <p:nvPr>
            <p:ph type="sldNum" sz="quarter" idx="12"/>
          </p:nvPr>
        </p:nvSpPr>
        <p:spPr/>
        <p:txBody>
          <a:bodyPr/>
          <a:lstStyle/>
          <a:p>
            <a:r>
              <a:rPr lang="en-US"/>
              <a:t>Slide </a:t>
            </a:r>
            <a:fld id="{60BF249C-6EE1-465B-9621-0BD76B5184D6}" type="slidenum">
              <a:rPr lang="en-US" smtClean="0"/>
              <a:pPr/>
              <a:t>9</a:t>
            </a:fld>
            <a:endParaRPr lang="en-US" dirty="0"/>
          </a:p>
        </p:txBody>
      </p:sp>
      <p:pic>
        <p:nvPicPr>
          <p:cNvPr id="10" name="Picture 9">
            <a:extLst>
              <a:ext uri="{FF2B5EF4-FFF2-40B4-BE49-F238E27FC236}">
                <a16:creationId xmlns:a16="http://schemas.microsoft.com/office/drawing/2014/main" id="{9DC1AA47-EAA6-0FC1-349A-4C10C08EACEC}"/>
              </a:ext>
            </a:extLst>
          </p:cNvPr>
          <p:cNvPicPr>
            <a:picLocks noChangeAspect="1"/>
          </p:cNvPicPr>
          <p:nvPr/>
        </p:nvPicPr>
        <p:blipFill>
          <a:blip r:embed="rId2"/>
          <a:stretch>
            <a:fillRect/>
          </a:stretch>
        </p:blipFill>
        <p:spPr>
          <a:xfrm>
            <a:off x="10273688" y="3051297"/>
            <a:ext cx="1552575" cy="1543050"/>
          </a:xfrm>
          <a:prstGeom prst="rect">
            <a:avLst/>
          </a:prstGeom>
        </p:spPr>
      </p:pic>
      <p:pic>
        <p:nvPicPr>
          <p:cNvPr id="12" name="Picture 11">
            <a:extLst>
              <a:ext uri="{FF2B5EF4-FFF2-40B4-BE49-F238E27FC236}">
                <a16:creationId xmlns:a16="http://schemas.microsoft.com/office/drawing/2014/main" id="{E06BB708-2A6F-8850-88FE-C41AEC89FB75}"/>
              </a:ext>
            </a:extLst>
          </p:cNvPr>
          <p:cNvPicPr>
            <a:picLocks noChangeAspect="1"/>
          </p:cNvPicPr>
          <p:nvPr/>
        </p:nvPicPr>
        <p:blipFill>
          <a:blip r:embed="rId3"/>
          <a:stretch>
            <a:fillRect/>
          </a:stretch>
        </p:blipFill>
        <p:spPr>
          <a:xfrm>
            <a:off x="5780207" y="3033335"/>
            <a:ext cx="1552575" cy="1190625"/>
          </a:xfrm>
          <a:prstGeom prst="rect">
            <a:avLst/>
          </a:prstGeom>
        </p:spPr>
      </p:pic>
      <p:pic>
        <p:nvPicPr>
          <p:cNvPr id="18" name="Picture 17">
            <a:extLst>
              <a:ext uri="{FF2B5EF4-FFF2-40B4-BE49-F238E27FC236}">
                <a16:creationId xmlns:a16="http://schemas.microsoft.com/office/drawing/2014/main" id="{E002A1E3-8FC1-01E9-E60A-8E5850E50E0F}"/>
              </a:ext>
            </a:extLst>
          </p:cNvPr>
          <p:cNvPicPr>
            <a:picLocks noChangeAspect="1"/>
          </p:cNvPicPr>
          <p:nvPr/>
        </p:nvPicPr>
        <p:blipFill>
          <a:blip r:embed="rId4"/>
          <a:stretch>
            <a:fillRect/>
          </a:stretch>
        </p:blipFill>
        <p:spPr>
          <a:xfrm>
            <a:off x="8747858" y="3051297"/>
            <a:ext cx="1552575" cy="1543050"/>
          </a:xfrm>
          <a:prstGeom prst="rect">
            <a:avLst/>
          </a:prstGeom>
        </p:spPr>
      </p:pic>
      <p:pic>
        <p:nvPicPr>
          <p:cNvPr id="20" name="Picture 19">
            <a:extLst>
              <a:ext uri="{FF2B5EF4-FFF2-40B4-BE49-F238E27FC236}">
                <a16:creationId xmlns:a16="http://schemas.microsoft.com/office/drawing/2014/main" id="{0181E8D7-18F1-7A3F-D74B-8A2D8979568E}"/>
              </a:ext>
            </a:extLst>
          </p:cNvPr>
          <p:cNvPicPr>
            <a:picLocks noChangeAspect="1"/>
          </p:cNvPicPr>
          <p:nvPr/>
        </p:nvPicPr>
        <p:blipFill>
          <a:blip r:embed="rId5"/>
          <a:stretch>
            <a:fillRect/>
          </a:stretch>
        </p:blipFill>
        <p:spPr>
          <a:xfrm>
            <a:off x="6025845" y="4544298"/>
            <a:ext cx="1552575" cy="1362075"/>
          </a:xfrm>
          <a:prstGeom prst="rect">
            <a:avLst/>
          </a:prstGeom>
        </p:spPr>
      </p:pic>
      <p:pic>
        <p:nvPicPr>
          <p:cNvPr id="22" name="Picture 21">
            <a:extLst>
              <a:ext uri="{FF2B5EF4-FFF2-40B4-BE49-F238E27FC236}">
                <a16:creationId xmlns:a16="http://schemas.microsoft.com/office/drawing/2014/main" id="{F6187785-C299-FF92-CA26-1C2CF6062006}"/>
              </a:ext>
            </a:extLst>
          </p:cNvPr>
          <p:cNvPicPr>
            <a:picLocks noChangeAspect="1"/>
          </p:cNvPicPr>
          <p:nvPr/>
        </p:nvPicPr>
        <p:blipFill>
          <a:blip r:embed="rId6"/>
          <a:stretch>
            <a:fillRect/>
          </a:stretch>
        </p:blipFill>
        <p:spPr>
          <a:xfrm>
            <a:off x="7265742" y="3033336"/>
            <a:ext cx="1552575" cy="1190625"/>
          </a:xfrm>
          <a:prstGeom prst="rect">
            <a:avLst/>
          </a:prstGeom>
        </p:spPr>
      </p:pic>
      <p:pic>
        <p:nvPicPr>
          <p:cNvPr id="24" name="Picture 23">
            <a:extLst>
              <a:ext uri="{FF2B5EF4-FFF2-40B4-BE49-F238E27FC236}">
                <a16:creationId xmlns:a16="http://schemas.microsoft.com/office/drawing/2014/main" id="{0D8B0675-1901-CC41-0471-210D7299F6DD}"/>
              </a:ext>
            </a:extLst>
          </p:cNvPr>
          <p:cNvPicPr>
            <a:picLocks noChangeAspect="1"/>
          </p:cNvPicPr>
          <p:nvPr/>
        </p:nvPicPr>
        <p:blipFill>
          <a:blip r:embed="rId7"/>
          <a:stretch>
            <a:fillRect/>
          </a:stretch>
        </p:blipFill>
        <p:spPr>
          <a:xfrm>
            <a:off x="9610763" y="4522810"/>
            <a:ext cx="2238375" cy="1714500"/>
          </a:xfrm>
          <a:prstGeom prst="rect">
            <a:avLst/>
          </a:prstGeom>
        </p:spPr>
      </p:pic>
      <p:pic>
        <p:nvPicPr>
          <p:cNvPr id="26" name="Picture 25">
            <a:extLst>
              <a:ext uri="{FF2B5EF4-FFF2-40B4-BE49-F238E27FC236}">
                <a16:creationId xmlns:a16="http://schemas.microsoft.com/office/drawing/2014/main" id="{62070A87-CDD3-5AC1-C3F9-58BA5F923CF0}"/>
              </a:ext>
            </a:extLst>
          </p:cNvPr>
          <p:cNvPicPr>
            <a:picLocks noChangeAspect="1"/>
          </p:cNvPicPr>
          <p:nvPr/>
        </p:nvPicPr>
        <p:blipFill>
          <a:blip r:embed="rId8"/>
          <a:stretch>
            <a:fillRect/>
          </a:stretch>
        </p:blipFill>
        <p:spPr>
          <a:xfrm>
            <a:off x="7572988" y="4552950"/>
            <a:ext cx="2009775" cy="1362075"/>
          </a:xfrm>
          <a:prstGeom prst="rect">
            <a:avLst/>
          </a:prstGeom>
        </p:spPr>
      </p:pic>
    </p:spTree>
    <p:extLst>
      <p:ext uri="{BB962C8B-B14F-4D97-AF65-F5344CB8AC3E}">
        <p14:creationId xmlns:p14="http://schemas.microsoft.com/office/powerpoint/2010/main" val="111113720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326D9-95CE-9C7A-9B22-3CD559A064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9D4B76-A3DE-8B10-4584-CAA5BCEAB3C3}"/>
              </a:ext>
            </a:extLst>
          </p:cNvPr>
          <p:cNvSpPr>
            <a:spLocks noGrp="1"/>
          </p:cNvSpPr>
          <p:nvPr>
            <p:ph type="title"/>
          </p:nvPr>
        </p:nvSpPr>
        <p:spPr>
          <a:xfrm>
            <a:off x="334963" y="620690"/>
            <a:ext cx="7018337" cy="360041"/>
          </a:xfrm>
        </p:spPr>
        <p:txBody>
          <a:bodyPr/>
          <a:lstStyle/>
          <a:p>
            <a:r>
              <a:rPr lang="en-US" dirty="0"/>
              <a:t>GUI Displays Flowchart</a:t>
            </a:r>
          </a:p>
        </p:txBody>
      </p:sp>
      <p:sp>
        <p:nvSpPr>
          <p:cNvPr id="4" name="Date Placeholder 3">
            <a:extLst>
              <a:ext uri="{FF2B5EF4-FFF2-40B4-BE49-F238E27FC236}">
                <a16:creationId xmlns:a16="http://schemas.microsoft.com/office/drawing/2014/main" id="{72BD1437-1814-4718-15B2-4F4FE59D8788}"/>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4462FE55-B206-389E-6D0D-9464FE39EC4E}"/>
              </a:ext>
            </a:extLst>
          </p:cNvPr>
          <p:cNvSpPr>
            <a:spLocks noGrp="1"/>
          </p:cNvSpPr>
          <p:nvPr>
            <p:ph type="sldNum" sz="quarter" idx="12"/>
          </p:nvPr>
        </p:nvSpPr>
        <p:spPr/>
        <p:txBody>
          <a:bodyPr/>
          <a:lstStyle/>
          <a:p>
            <a:r>
              <a:rPr lang="en-US"/>
              <a:t>Slide </a:t>
            </a:r>
            <a:fld id="{C6F8E2D1-BFA0-484A-B7F1-E348F2594759}" type="slidenum">
              <a:rPr lang="en-US" smtClean="0"/>
              <a:t>10</a:t>
            </a:fld>
            <a:endParaRPr lang="en-US" dirty="0"/>
          </a:p>
        </p:txBody>
      </p:sp>
      <p:sp>
        <p:nvSpPr>
          <p:cNvPr id="8" name="Footer Placeholder 7">
            <a:extLst>
              <a:ext uri="{FF2B5EF4-FFF2-40B4-BE49-F238E27FC236}">
                <a16:creationId xmlns:a16="http://schemas.microsoft.com/office/drawing/2014/main" id="{0BF0E17D-BE8E-1377-A679-B5EA93B3AE8F}"/>
              </a:ext>
            </a:extLst>
          </p:cNvPr>
          <p:cNvSpPr>
            <a:spLocks noGrp="1"/>
          </p:cNvSpPr>
          <p:nvPr>
            <p:ph type="ftr" sz="quarter" idx="11"/>
          </p:nvPr>
        </p:nvSpPr>
        <p:spPr/>
        <p:txBody>
          <a:bodyPr/>
          <a:lstStyle/>
          <a:p>
            <a:r>
              <a:rPr lang="en-US"/>
              <a:t>Corbin Ferguson</a:t>
            </a:r>
            <a:endParaRPr lang="en-US" dirty="0"/>
          </a:p>
        </p:txBody>
      </p:sp>
      <p:pic>
        <p:nvPicPr>
          <p:cNvPr id="15" name="Picture 14" descr="A Flow chart displaying all windows in the application and how they lead to one another">
            <a:extLst>
              <a:ext uri="{FF2B5EF4-FFF2-40B4-BE49-F238E27FC236}">
                <a16:creationId xmlns:a16="http://schemas.microsoft.com/office/drawing/2014/main" id="{D209E713-11DD-16BC-02AC-C8F52F8757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9282" y="310829"/>
            <a:ext cx="10468818" cy="5926482"/>
          </a:xfrm>
          <a:prstGeom prst="rect">
            <a:avLst/>
          </a:prstGeom>
        </p:spPr>
      </p:pic>
      <p:pic>
        <p:nvPicPr>
          <p:cNvPr id="10242" name="ActionSelect">
            <a:extLst>
              <a:ext uri="{FF2B5EF4-FFF2-40B4-BE49-F238E27FC236}">
                <a16:creationId xmlns:a16="http://schemas.microsoft.com/office/drawing/2014/main" id="{461CD87D-B8E2-EBAC-C16F-E56594D3F49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88780" y="3113311"/>
            <a:ext cx="720731" cy="463327"/>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Rounded Corners 2">
            <a:extLst>
              <a:ext uri="{FF2B5EF4-FFF2-40B4-BE49-F238E27FC236}">
                <a16:creationId xmlns:a16="http://schemas.microsoft.com/office/drawing/2014/main" id="{ED261959-73BE-AC8F-A9DA-6CAEF5E9BB95}"/>
              </a:ext>
            </a:extLst>
          </p:cNvPr>
          <p:cNvSpPr/>
          <p:nvPr/>
        </p:nvSpPr>
        <p:spPr>
          <a:xfrm>
            <a:off x="5466560" y="3090863"/>
            <a:ext cx="742951" cy="485775"/>
          </a:xfrm>
          <a:prstGeom prst="roundRect">
            <a:avLst/>
          </a:prstGeom>
          <a:solidFill>
            <a:srgbClr val="007CAA">
              <a:alpha val="60000"/>
            </a:srgbClr>
          </a:solidFill>
          <a:ln w="38100">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effectLst>
                <a:glow rad="63500">
                  <a:srgbClr val="FF0000">
                    <a:alpha val="40000"/>
                  </a:srgbClr>
                </a:glow>
              </a:effectLst>
              <a:latin typeface="E+H Sans" panose="020B0404050202020204" pitchFamily="34" charset="0"/>
            </a:endParaRPr>
          </a:p>
        </p:txBody>
      </p:sp>
      <p:sp>
        <p:nvSpPr>
          <p:cNvPr id="5" name="Rectangle: Rounded Corners 4">
            <a:extLst>
              <a:ext uri="{FF2B5EF4-FFF2-40B4-BE49-F238E27FC236}">
                <a16:creationId xmlns:a16="http://schemas.microsoft.com/office/drawing/2014/main" id="{13F857BB-A500-D8BE-C6D3-DA406C74FFE8}"/>
              </a:ext>
            </a:extLst>
          </p:cNvPr>
          <p:cNvSpPr/>
          <p:nvPr/>
        </p:nvSpPr>
        <p:spPr>
          <a:xfrm>
            <a:off x="2351885" y="2217213"/>
            <a:ext cx="2864766" cy="1049862"/>
          </a:xfrm>
          <a:prstGeom prst="roundRect">
            <a:avLst/>
          </a:prstGeom>
          <a:noFill/>
          <a:ln w="38100">
            <a:solidFill>
              <a:schemeClr val="accent1"/>
            </a:solidFill>
          </a:ln>
          <a:effectLst>
            <a:glow rad="63500">
              <a:schemeClr val="accent6">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effectLst>
                <a:glow rad="63500">
                  <a:srgbClr val="FF0000">
                    <a:alpha val="40000"/>
                  </a:srgbClr>
                </a:glow>
              </a:effectLst>
              <a:latin typeface="E+H Sans" panose="020B0404050202020204" pitchFamily="34" charset="0"/>
            </a:endParaRPr>
          </a:p>
        </p:txBody>
      </p:sp>
    </p:spTree>
    <p:extLst>
      <p:ext uri="{BB962C8B-B14F-4D97-AF65-F5344CB8AC3E}">
        <p14:creationId xmlns:p14="http://schemas.microsoft.com/office/powerpoint/2010/main" val="34930337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5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2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CA1A2-FD6D-0264-7CAC-569FBB9409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CFA355-078B-FB4E-2912-C0CF5C2BBF3F}"/>
              </a:ext>
            </a:extLst>
          </p:cNvPr>
          <p:cNvSpPr>
            <a:spLocks noGrp="1"/>
          </p:cNvSpPr>
          <p:nvPr>
            <p:ph type="title"/>
          </p:nvPr>
        </p:nvSpPr>
        <p:spPr>
          <a:xfrm>
            <a:off x="334963" y="620690"/>
            <a:ext cx="7018337" cy="360041"/>
          </a:xfrm>
        </p:spPr>
        <p:txBody>
          <a:bodyPr/>
          <a:lstStyle/>
          <a:p>
            <a:r>
              <a:rPr lang="en-US" dirty="0"/>
              <a:t>GUI Displays Flowchart</a:t>
            </a:r>
          </a:p>
        </p:txBody>
      </p:sp>
      <p:sp>
        <p:nvSpPr>
          <p:cNvPr id="4" name="Date Placeholder 3">
            <a:extLst>
              <a:ext uri="{FF2B5EF4-FFF2-40B4-BE49-F238E27FC236}">
                <a16:creationId xmlns:a16="http://schemas.microsoft.com/office/drawing/2014/main" id="{35738F26-6031-7239-1A09-1427676CA467}"/>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65147936-E941-129B-1218-2E423FBE414C}"/>
              </a:ext>
            </a:extLst>
          </p:cNvPr>
          <p:cNvSpPr>
            <a:spLocks noGrp="1"/>
          </p:cNvSpPr>
          <p:nvPr>
            <p:ph type="sldNum" sz="quarter" idx="12"/>
          </p:nvPr>
        </p:nvSpPr>
        <p:spPr/>
        <p:txBody>
          <a:bodyPr/>
          <a:lstStyle/>
          <a:p>
            <a:r>
              <a:rPr lang="en-US"/>
              <a:t>Slide </a:t>
            </a:r>
            <a:fld id="{C6F8E2D1-BFA0-484A-B7F1-E348F2594759}" type="slidenum">
              <a:rPr lang="en-US" smtClean="0"/>
              <a:t>11</a:t>
            </a:fld>
            <a:endParaRPr lang="en-US" dirty="0"/>
          </a:p>
        </p:txBody>
      </p:sp>
      <p:sp>
        <p:nvSpPr>
          <p:cNvPr id="8" name="Footer Placeholder 7">
            <a:extLst>
              <a:ext uri="{FF2B5EF4-FFF2-40B4-BE49-F238E27FC236}">
                <a16:creationId xmlns:a16="http://schemas.microsoft.com/office/drawing/2014/main" id="{64C07567-307C-AFF3-49AC-7E0858B2FFE0}"/>
              </a:ext>
            </a:extLst>
          </p:cNvPr>
          <p:cNvSpPr>
            <a:spLocks noGrp="1"/>
          </p:cNvSpPr>
          <p:nvPr>
            <p:ph type="ftr" sz="quarter" idx="11"/>
          </p:nvPr>
        </p:nvSpPr>
        <p:spPr/>
        <p:txBody>
          <a:bodyPr/>
          <a:lstStyle/>
          <a:p>
            <a:r>
              <a:rPr lang="en-US"/>
              <a:t>Corbin Ferguson</a:t>
            </a:r>
            <a:endParaRPr lang="en-US" dirty="0"/>
          </a:p>
        </p:txBody>
      </p:sp>
      <p:pic>
        <p:nvPicPr>
          <p:cNvPr id="10242" name="!ActionSelect">
            <a:extLst>
              <a:ext uri="{FF2B5EF4-FFF2-40B4-BE49-F238E27FC236}">
                <a16:creationId xmlns:a16="http://schemas.microsoft.com/office/drawing/2014/main" id="{F222EBA9-47DB-A494-0A25-7CD0A39D0D6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80314" y="444588"/>
            <a:ext cx="8328874" cy="5792722"/>
          </a:xfrm>
          <a:prstGeom prst="rect">
            <a:avLst/>
          </a:prstGeom>
          <a:noFill/>
          <a:extLst>
            <a:ext uri="{909E8E84-426E-40DD-AFC4-6F175D3DCCD1}">
              <a14:hiddenFill xmlns:a14="http://schemas.microsoft.com/office/drawing/2010/main">
                <a:solidFill>
                  <a:srgbClr val="FFFFFF"/>
                </a:solidFill>
              </a14:hiddenFill>
            </a:ext>
          </a:extLst>
        </p:spPr>
      </p:pic>
      <p:pic>
        <p:nvPicPr>
          <p:cNvPr id="5" name="ActionSelect">
            <a:extLst>
              <a:ext uri="{FF2B5EF4-FFF2-40B4-BE49-F238E27FC236}">
                <a16:creationId xmlns:a16="http://schemas.microsoft.com/office/drawing/2014/main" id="{771B8AC6-311F-3E75-33C2-615158918A8C}"/>
              </a:ext>
            </a:extLst>
          </p:cNvPr>
          <p:cNvPicPr>
            <a:picLocks noChangeAspect="1"/>
          </p:cNvPicPr>
          <p:nvPr/>
        </p:nvPicPr>
        <p:blipFill>
          <a:blip r:embed="rId4"/>
          <a:stretch>
            <a:fillRect/>
          </a:stretch>
        </p:blipFill>
        <p:spPr>
          <a:xfrm>
            <a:off x="2417888" y="1114340"/>
            <a:ext cx="6853725" cy="4316230"/>
          </a:xfrm>
          <a:prstGeom prst="rect">
            <a:avLst/>
          </a:prstGeom>
          <a:noFill/>
        </p:spPr>
      </p:pic>
      <p:pic>
        <p:nvPicPr>
          <p:cNvPr id="10" name="NewFile">
            <a:extLst>
              <a:ext uri="{FF2B5EF4-FFF2-40B4-BE49-F238E27FC236}">
                <a16:creationId xmlns:a16="http://schemas.microsoft.com/office/drawing/2014/main" id="{A8BD3308-9470-9AF2-87BA-D34E2A93E67A}"/>
              </a:ext>
            </a:extLst>
          </p:cNvPr>
          <p:cNvPicPr>
            <a:picLocks noChangeAspect="1"/>
          </p:cNvPicPr>
          <p:nvPr/>
        </p:nvPicPr>
        <p:blipFill>
          <a:blip r:embed="rId4"/>
          <a:srcRect l="5131" t="67604" r="73596" b="17547"/>
          <a:stretch>
            <a:fillRect/>
          </a:stretch>
        </p:blipFill>
        <p:spPr>
          <a:xfrm>
            <a:off x="2770368" y="4038600"/>
            <a:ext cx="1451588" cy="638175"/>
          </a:xfrm>
          <a:prstGeom prst="rect">
            <a:avLst/>
          </a:prstGeom>
          <a:noFill/>
        </p:spPr>
      </p:pic>
      <p:sp>
        <p:nvSpPr>
          <p:cNvPr id="6" name="Rectangle: Rounded Corners 5">
            <a:extLst>
              <a:ext uri="{FF2B5EF4-FFF2-40B4-BE49-F238E27FC236}">
                <a16:creationId xmlns:a16="http://schemas.microsoft.com/office/drawing/2014/main" id="{F97ADB1C-4CC1-050A-F7E0-C59FABA26D8C}"/>
              </a:ext>
            </a:extLst>
          </p:cNvPr>
          <p:cNvSpPr/>
          <p:nvPr/>
        </p:nvSpPr>
        <p:spPr>
          <a:xfrm>
            <a:off x="2675735" y="3900488"/>
            <a:ext cx="1581940" cy="890587"/>
          </a:xfrm>
          <a:prstGeom prst="roundRect">
            <a:avLst/>
          </a:prstGeom>
          <a:solidFill>
            <a:srgbClr val="007CAA">
              <a:alpha val="60000"/>
            </a:srgbClr>
          </a:solidFill>
          <a:ln w="38100">
            <a:solidFill>
              <a:srgbClr val="007CAA"/>
            </a:solidFill>
          </a:ln>
          <a:effectLst>
            <a:glow rad="1016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effectLst>
                <a:glow rad="63500">
                  <a:srgbClr val="FF0000">
                    <a:alpha val="40000"/>
                  </a:srgbClr>
                </a:glow>
              </a:effectLst>
              <a:latin typeface="E+H Sans" panose="020B0404050202020204" pitchFamily="34" charset="0"/>
            </a:endParaRPr>
          </a:p>
        </p:txBody>
      </p:sp>
    </p:spTree>
    <p:extLst>
      <p:ext uri="{BB962C8B-B14F-4D97-AF65-F5344CB8AC3E}">
        <p14:creationId xmlns:p14="http://schemas.microsoft.com/office/powerpoint/2010/main" val="46298598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250"/>
                                        <p:tgtEl>
                                          <p:spTgt spid="6"/>
                                        </p:tgtEl>
                                      </p:cBhvr>
                                    </p:animEffect>
                                  </p:childTnLst>
                                </p:cTn>
                              </p:par>
                            </p:childTnLst>
                          </p:cTn>
                        </p:par>
                        <p:par>
                          <p:cTn id="8" fill="hold">
                            <p:stCondLst>
                              <p:cond delay="250"/>
                            </p:stCondLst>
                            <p:childTnLst>
                              <p:par>
                                <p:cTn id="9" presetID="1" presetClass="exit" presetSubtype="0" fill="hold" nodeType="afterEffect">
                                  <p:stCondLst>
                                    <p:cond delay="0"/>
                                  </p:stCondLst>
                                  <p:childTnLst>
                                    <p:set>
                                      <p:cBhvr>
                                        <p:cTn id="10" dur="1" fill="hold">
                                          <p:stCondLst>
                                            <p:cond delay="0"/>
                                          </p:stCondLst>
                                        </p:cTn>
                                        <p:tgtEl>
                                          <p:spTgt spid="1024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3B339-4EEC-59AB-4772-95A4281B42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D6CC9-4051-8C8E-6F53-6558CC8D4A8F}"/>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39A7C85B-3F3C-7F47-8670-EC9B7599C42E}"/>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F6C98780-7782-6438-33E0-36B16CFBA93E}"/>
              </a:ext>
            </a:extLst>
          </p:cNvPr>
          <p:cNvSpPr>
            <a:spLocks noGrp="1"/>
          </p:cNvSpPr>
          <p:nvPr>
            <p:ph type="sldNum" sz="quarter" idx="12"/>
          </p:nvPr>
        </p:nvSpPr>
        <p:spPr/>
        <p:txBody>
          <a:bodyPr/>
          <a:lstStyle/>
          <a:p>
            <a:r>
              <a:rPr lang="en-US"/>
              <a:t>Slide </a:t>
            </a:r>
            <a:fld id="{C6F8E2D1-BFA0-484A-B7F1-E348F2594759}" type="slidenum">
              <a:rPr lang="en-US" smtClean="0"/>
              <a:t>12</a:t>
            </a:fld>
            <a:endParaRPr lang="en-US" dirty="0"/>
          </a:p>
        </p:txBody>
      </p:sp>
      <p:sp>
        <p:nvSpPr>
          <p:cNvPr id="8" name="Footer Placeholder 7">
            <a:extLst>
              <a:ext uri="{FF2B5EF4-FFF2-40B4-BE49-F238E27FC236}">
                <a16:creationId xmlns:a16="http://schemas.microsoft.com/office/drawing/2014/main" id="{FD345246-AA94-A9AA-8773-390E7B836603}"/>
              </a:ext>
            </a:extLst>
          </p:cNvPr>
          <p:cNvSpPr>
            <a:spLocks noGrp="1"/>
          </p:cNvSpPr>
          <p:nvPr>
            <p:ph type="ftr" sz="quarter" idx="11"/>
          </p:nvPr>
        </p:nvSpPr>
        <p:spPr/>
        <p:txBody>
          <a:bodyPr/>
          <a:lstStyle/>
          <a:p>
            <a:r>
              <a:rPr lang="en-US"/>
              <a:t>Corbin Ferguson</a:t>
            </a:r>
            <a:endParaRPr lang="en-US" dirty="0"/>
          </a:p>
        </p:txBody>
      </p:sp>
      <p:pic>
        <p:nvPicPr>
          <p:cNvPr id="6" name="!NewFile">
            <a:extLst>
              <a:ext uri="{FF2B5EF4-FFF2-40B4-BE49-F238E27FC236}">
                <a16:creationId xmlns:a16="http://schemas.microsoft.com/office/drawing/2014/main" id="{BF17B26E-CEBE-31E2-A928-A78B0BE175DA}"/>
              </a:ext>
            </a:extLst>
          </p:cNvPr>
          <p:cNvPicPr>
            <a:picLocks noChangeAspect="1"/>
          </p:cNvPicPr>
          <p:nvPr/>
        </p:nvPicPr>
        <p:blipFill>
          <a:blip r:embed="rId3"/>
          <a:srcRect l="5131" t="67604" r="73596" b="17547"/>
          <a:stretch>
            <a:fillRect/>
          </a:stretch>
        </p:blipFill>
        <p:spPr>
          <a:xfrm>
            <a:off x="1545843" y="1478843"/>
            <a:ext cx="9552756" cy="3399201"/>
          </a:xfrm>
          <a:prstGeom prst="rect">
            <a:avLst/>
          </a:prstGeom>
          <a:noFill/>
        </p:spPr>
      </p:pic>
      <p:pic>
        <p:nvPicPr>
          <p:cNvPr id="15" name="NewFile" descr="A Flow chart displaying all windows in the application and how they lead to one another">
            <a:extLst>
              <a:ext uri="{FF2B5EF4-FFF2-40B4-BE49-F238E27FC236}">
                <a16:creationId xmlns:a16="http://schemas.microsoft.com/office/drawing/2014/main" id="{5956B2B1-2846-2DBE-61A6-5C404403D377}"/>
              </a:ext>
            </a:extLst>
          </p:cNvPr>
          <p:cNvPicPr>
            <a:picLocks noChangeAspect="1"/>
          </p:cNvPicPr>
          <p:nvPr/>
        </p:nvPicPr>
        <p:blipFill>
          <a:blip r:embed="rId4">
            <a:extLst>
              <a:ext uri="{28A0092B-C50C-407E-A947-70E740481C1C}">
                <a14:useLocalDpi xmlns:a14="http://schemas.microsoft.com/office/drawing/2010/main" val="0"/>
              </a:ext>
            </a:extLst>
          </a:blip>
          <a:srcRect l="13550" t="32704" r="60214" b="51579"/>
          <a:stretch>
            <a:fillRect/>
          </a:stretch>
        </p:blipFill>
        <p:spPr>
          <a:xfrm>
            <a:off x="1143001" y="1386840"/>
            <a:ext cx="10358438" cy="3512821"/>
          </a:xfrm>
          <a:prstGeom prst="rect">
            <a:avLst/>
          </a:prstGeom>
          <a:solidFill>
            <a:srgbClr val="FFFFFF"/>
          </a:solidFill>
        </p:spPr>
      </p:pic>
      <p:sp>
        <p:nvSpPr>
          <p:cNvPr id="11" name="Rectangle: Rounded Corners 10">
            <a:extLst>
              <a:ext uri="{FF2B5EF4-FFF2-40B4-BE49-F238E27FC236}">
                <a16:creationId xmlns:a16="http://schemas.microsoft.com/office/drawing/2014/main" id="{C63E6493-7963-69F9-0E49-FBFB34C98CC6}"/>
              </a:ext>
            </a:extLst>
          </p:cNvPr>
          <p:cNvSpPr/>
          <p:nvPr/>
        </p:nvSpPr>
        <p:spPr>
          <a:xfrm>
            <a:off x="2204551" y="1992834"/>
            <a:ext cx="2469049" cy="1512365"/>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383101311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 presetClass="exit" presetSubtype="0" fill="hold" nodeType="withEffect">
                                  <p:stCondLst>
                                    <p:cond delay="0"/>
                                  </p:stCondLst>
                                  <p:childTnLst>
                                    <p:set>
                                      <p:cBhvr>
                                        <p:cTn id="9" dur="1" fill="hold">
                                          <p:stCondLst>
                                            <p:cond delay="0"/>
                                          </p:stCondLst>
                                        </p:cTn>
                                        <p:tgtEl>
                                          <p:spTgt spid="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4A68EB-BBA3-381D-430F-E3F9DF8BD3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67FD57-0C1F-53FC-E4AC-6E4AC4F8F9F9}"/>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A7555496-A425-4EB0-4B85-1B98E6B462DC}"/>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8C70071A-23EE-C0B0-7BC3-656D969CC96D}"/>
              </a:ext>
            </a:extLst>
          </p:cNvPr>
          <p:cNvSpPr>
            <a:spLocks noGrp="1"/>
          </p:cNvSpPr>
          <p:nvPr>
            <p:ph type="sldNum" sz="quarter" idx="12"/>
          </p:nvPr>
        </p:nvSpPr>
        <p:spPr/>
        <p:txBody>
          <a:bodyPr/>
          <a:lstStyle/>
          <a:p>
            <a:r>
              <a:rPr lang="en-US"/>
              <a:t>Slide </a:t>
            </a:r>
            <a:fld id="{C6F8E2D1-BFA0-484A-B7F1-E348F2594759}" type="slidenum">
              <a:rPr lang="en-US" smtClean="0"/>
              <a:t>13</a:t>
            </a:fld>
            <a:endParaRPr lang="en-US" dirty="0"/>
          </a:p>
        </p:txBody>
      </p:sp>
      <p:sp>
        <p:nvSpPr>
          <p:cNvPr id="8" name="Footer Placeholder 7">
            <a:extLst>
              <a:ext uri="{FF2B5EF4-FFF2-40B4-BE49-F238E27FC236}">
                <a16:creationId xmlns:a16="http://schemas.microsoft.com/office/drawing/2014/main" id="{560F8ABB-0706-BB35-FFAC-F2F7471C56AD}"/>
              </a:ext>
            </a:extLst>
          </p:cNvPr>
          <p:cNvSpPr>
            <a:spLocks noGrp="1"/>
          </p:cNvSpPr>
          <p:nvPr>
            <p:ph type="ftr" sz="quarter" idx="11"/>
          </p:nvPr>
        </p:nvSpPr>
        <p:spPr/>
        <p:txBody>
          <a:bodyPr/>
          <a:lstStyle/>
          <a:p>
            <a:r>
              <a:rPr lang="en-US"/>
              <a:t>Corbin Ferguson</a:t>
            </a:r>
            <a:endParaRPr lang="en-US" dirty="0"/>
          </a:p>
        </p:txBody>
      </p:sp>
      <p:pic>
        <p:nvPicPr>
          <p:cNvPr id="15" name="!NewFile" descr="A Flow chart displaying all windows in the application and how they lead to one another">
            <a:extLst>
              <a:ext uri="{FF2B5EF4-FFF2-40B4-BE49-F238E27FC236}">
                <a16:creationId xmlns:a16="http://schemas.microsoft.com/office/drawing/2014/main" id="{17752B2B-1B72-2430-A670-818B3CCFD41D}"/>
              </a:ext>
            </a:extLst>
          </p:cNvPr>
          <p:cNvPicPr>
            <a:picLocks noChangeAspect="1"/>
          </p:cNvPicPr>
          <p:nvPr/>
        </p:nvPicPr>
        <p:blipFill>
          <a:blip r:embed="rId3">
            <a:extLst>
              <a:ext uri="{28A0092B-C50C-407E-A947-70E740481C1C}">
                <a14:useLocalDpi xmlns:a14="http://schemas.microsoft.com/office/drawing/2010/main" val="0"/>
              </a:ext>
            </a:extLst>
          </a:blip>
          <a:srcRect l="13550" t="32704" r="60214" b="51579"/>
          <a:stretch>
            <a:fillRect/>
          </a:stretch>
        </p:blipFill>
        <p:spPr>
          <a:xfrm>
            <a:off x="485422" y="1485913"/>
            <a:ext cx="10905956" cy="3698498"/>
          </a:xfrm>
          <a:prstGeom prst="rect">
            <a:avLst/>
          </a:prstGeom>
          <a:solidFill>
            <a:srgbClr val="FFFFFF"/>
          </a:solidFill>
        </p:spPr>
      </p:pic>
      <p:pic>
        <p:nvPicPr>
          <p:cNvPr id="1026" name="NewFile">
            <a:extLst>
              <a:ext uri="{FF2B5EF4-FFF2-40B4-BE49-F238E27FC236}">
                <a16:creationId xmlns:a16="http://schemas.microsoft.com/office/drawing/2014/main" id="{20890D35-21B5-65A3-4EB5-F39A5A0DCDD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04" y="905835"/>
            <a:ext cx="11417792" cy="5068102"/>
          </a:xfrm>
          <a:prstGeom prst="rect">
            <a:avLst/>
          </a:prstGeom>
          <a:solidFill>
            <a:schemeClr val="bg1"/>
          </a:solidFill>
        </p:spPr>
      </p:pic>
      <p:sp>
        <p:nvSpPr>
          <p:cNvPr id="11" name="Rectangle: Rounded Corners 10">
            <a:extLst>
              <a:ext uri="{FF2B5EF4-FFF2-40B4-BE49-F238E27FC236}">
                <a16:creationId xmlns:a16="http://schemas.microsoft.com/office/drawing/2014/main" id="{BBDD576A-A414-9915-960B-C7192C1A13D8}"/>
              </a:ext>
            </a:extLst>
          </p:cNvPr>
          <p:cNvSpPr/>
          <p:nvPr/>
        </p:nvSpPr>
        <p:spPr>
          <a:xfrm>
            <a:off x="3483428" y="2498270"/>
            <a:ext cx="7979229" cy="901700"/>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16702921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par>
                          <p:cTn id="8" fill="hold">
                            <p:stCondLst>
                              <p:cond delay="600"/>
                            </p:stCondLst>
                            <p:childTnLst>
                              <p:par>
                                <p:cTn id="9" presetID="1" presetClass="exit" presetSubtype="0" fill="hold" nodeType="afterEffect">
                                  <p:stCondLst>
                                    <p:cond delay="0"/>
                                  </p:stCondLst>
                                  <p:childTnLst>
                                    <p:set>
                                      <p:cBhvr>
                                        <p:cTn id="10"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D89F6A-C1EA-199A-6410-C327902E30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F4F8F7-7FD1-D66F-55BE-B09150AA9A29}"/>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B908FCD3-24C5-4D9D-9FA2-17B51B3E7CA1}"/>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B7AC7758-5A3A-B7B2-8B08-2352C8414B37}"/>
              </a:ext>
            </a:extLst>
          </p:cNvPr>
          <p:cNvSpPr>
            <a:spLocks noGrp="1"/>
          </p:cNvSpPr>
          <p:nvPr>
            <p:ph type="sldNum" sz="quarter" idx="12"/>
          </p:nvPr>
        </p:nvSpPr>
        <p:spPr/>
        <p:txBody>
          <a:bodyPr/>
          <a:lstStyle/>
          <a:p>
            <a:r>
              <a:rPr lang="en-US"/>
              <a:t>Slide </a:t>
            </a:r>
            <a:fld id="{C6F8E2D1-BFA0-484A-B7F1-E348F2594759}" type="slidenum">
              <a:rPr lang="en-US" smtClean="0"/>
              <a:t>14</a:t>
            </a:fld>
            <a:endParaRPr lang="en-US" dirty="0"/>
          </a:p>
        </p:txBody>
      </p:sp>
      <p:sp>
        <p:nvSpPr>
          <p:cNvPr id="8" name="Footer Placeholder 7">
            <a:extLst>
              <a:ext uri="{FF2B5EF4-FFF2-40B4-BE49-F238E27FC236}">
                <a16:creationId xmlns:a16="http://schemas.microsoft.com/office/drawing/2014/main" id="{B9CE8CF7-B43D-DD81-DE4D-0FB8CA97A05B}"/>
              </a:ext>
            </a:extLst>
          </p:cNvPr>
          <p:cNvSpPr>
            <a:spLocks noGrp="1"/>
          </p:cNvSpPr>
          <p:nvPr>
            <p:ph type="ftr" sz="quarter" idx="11"/>
          </p:nvPr>
        </p:nvSpPr>
        <p:spPr/>
        <p:txBody>
          <a:bodyPr/>
          <a:lstStyle/>
          <a:p>
            <a:r>
              <a:rPr lang="en-US"/>
              <a:t>Corbin Ferguson</a:t>
            </a:r>
            <a:endParaRPr lang="en-US" dirty="0"/>
          </a:p>
        </p:txBody>
      </p:sp>
      <p:pic>
        <p:nvPicPr>
          <p:cNvPr id="9" name="!NewFile">
            <a:extLst>
              <a:ext uri="{FF2B5EF4-FFF2-40B4-BE49-F238E27FC236}">
                <a16:creationId xmlns:a16="http://schemas.microsoft.com/office/drawing/2014/main" id="{8BFC2206-26A7-60F5-CBAC-314A71B856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6748" y="1709095"/>
            <a:ext cx="7798505" cy="3461582"/>
          </a:xfrm>
          <a:prstGeom prst="rect">
            <a:avLst/>
          </a:prstGeom>
          <a:solidFill>
            <a:schemeClr val="bg1"/>
          </a:solidFill>
        </p:spPr>
      </p:pic>
      <p:pic>
        <p:nvPicPr>
          <p:cNvPr id="5" name="NewFile">
            <a:extLst>
              <a:ext uri="{FF2B5EF4-FFF2-40B4-BE49-F238E27FC236}">
                <a16:creationId xmlns:a16="http://schemas.microsoft.com/office/drawing/2014/main" id="{BE5C2147-6B8C-1D93-D1D8-4113A963D2D0}"/>
              </a:ext>
            </a:extLst>
          </p:cNvPr>
          <p:cNvPicPr>
            <a:picLocks noChangeAspect="1"/>
          </p:cNvPicPr>
          <p:nvPr/>
        </p:nvPicPr>
        <p:blipFill>
          <a:blip r:embed="rId4"/>
          <a:stretch>
            <a:fillRect/>
          </a:stretch>
        </p:blipFill>
        <p:spPr>
          <a:xfrm>
            <a:off x="1433867" y="1283432"/>
            <a:ext cx="9776708" cy="3872768"/>
          </a:xfrm>
          <a:prstGeom prst="rect">
            <a:avLst/>
          </a:prstGeom>
        </p:spPr>
      </p:pic>
      <p:sp>
        <p:nvSpPr>
          <p:cNvPr id="6" name="Rectangle: Rounded Corners 5">
            <a:extLst>
              <a:ext uri="{FF2B5EF4-FFF2-40B4-BE49-F238E27FC236}">
                <a16:creationId xmlns:a16="http://schemas.microsoft.com/office/drawing/2014/main" id="{A38A10BF-2126-40C7-FAE5-7BBF6C867EF1}"/>
              </a:ext>
            </a:extLst>
          </p:cNvPr>
          <p:cNvSpPr/>
          <p:nvPr/>
        </p:nvSpPr>
        <p:spPr>
          <a:xfrm>
            <a:off x="6540500" y="4330700"/>
            <a:ext cx="2133600" cy="730896"/>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245506031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BBBBB-5627-C509-A3E9-051E4CBB9E93}"/>
              </a:ext>
            </a:extLst>
          </p:cNvPr>
          <p:cNvSpPr>
            <a:spLocks noGrp="1"/>
          </p:cNvSpPr>
          <p:nvPr>
            <p:ph type="title"/>
          </p:nvPr>
        </p:nvSpPr>
        <p:spPr/>
        <p:txBody>
          <a:bodyPr/>
          <a:lstStyle/>
          <a:p>
            <a:r>
              <a:rPr lang="en-US"/>
              <a:t>New File Pathing</a:t>
            </a:r>
          </a:p>
        </p:txBody>
      </p:sp>
      <p:sp>
        <p:nvSpPr>
          <p:cNvPr id="4" name="Date Placeholder 3">
            <a:extLst>
              <a:ext uri="{FF2B5EF4-FFF2-40B4-BE49-F238E27FC236}">
                <a16:creationId xmlns:a16="http://schemas.microsoft.com/office/drawing/2014/main" id="{C28966B1-D5C6-F4D2-1E6E-15566C408FB7}"/>
              </a:ext>
            </a:extLst>
          </p:cNvPr>
          <p:cNvSpPr>
            <a:spLocks noGrp="1"/>
          </p:cNvSpPr>
          <p:nvPr>
            <p:ph type="dt" sz="half" idx="10"/>
          </p:nvPr>
        </p:nvSpPr>
        <p:spPr/>
        <p:txBody>
          <a:bodyPr/>
          <a:lstStyle/>
          <a:p>
            <a:r>
              <a:rPr lang="en-US"/>
              <a:t>L5X Automation Build Tool</a:t>
            </a:r>
            <a:endParaRPr lang="en-US" dirty="0"/>
          </a:p>
        </p:txBody>
      </p:sp>
      <p:sp>
        <p:nvSpPr>
          <p:cNvPr id="5" name="Footer Placeholder 4">
            <a:extLst>
              <a:ext uri="{FF2B5EF4-FFF2-40B4-BE49-F238E27FC236}">
                <a16:creationId xmlns:a16="http://schemas.microsoft.com/office/drawing/2014/main" id="{1A0AED5A-D4D6-D415-04AB-D4A4706AC638}"/>
              </a:ext>
            </a:extLst>
          </p:cNvPr>
          <p:cNvSpPr>
            <a:spLocks noGrp="1"/>
          </p:cNvSpPr>
          <p:nvPr>
            <p:ph type="ftr" sz="quarter" idx="11"/>
          </p:nvPr>
        </p:nvSpPr>
        <p:spPr/>
        <p:txBody>
          <a:bodyPr/>
          <a:lstStyle/>
          <a:p>
            <a:r>
              <a:rPr lang="en-US"/>
              <a:t>Corbin Ferguson</a:t>
            </a:r>
            <a:endParaRPr lang="en-US" dirty="0"/>
          </a:p>
        </p:txBody>
      </p:sp>
      <p:sp>
        <p:nvSpPr>
          <p:cNvPr id="6" name="Slide Number Placeholder 5">
            <a:extLst>
              <a:ext uri="{FF2B5EF4-FFF2-40B4-BE49-F238E27FC236}">
                <a16:creationId xmlns:a16="http://schemas.microsoft.com/office/drawing/2014/main" id="{CE9E282D-6690-04EC-6AFD-900BBDA483FD}"/>
              </a:ext>
            </a:extLst>
          </p:cNvPr>
          <p:cNvSpPr>
            <a:spLocks noGrp="1"/>
          </p:cNvSpPr>
          <p:nvPr>
            <p:ph type="sldNum" sz="quarter" idx="12"/>
          </p:nvPr>
        </p:nvSpPr>
        <p:spPr/>
        <p:txBody>
          <a:bodyPr/>
          <a:lstStyle/>
          <a:p>
            <a:r>
              <a:rPr lang="en-US"/>
              <a:t>Slide </a:t>
            </a:r>
            <a:fld id="{27814C39-D19F-4924-8254-47FE7D97AAB9}" type="slidenum">
              <a:rPr lang="en-US" smtClean="0"/>
              <a:pPr/>
              <a:t>15</a:t>
            </a:fld>
            <a:endParaRPr lang="en-US" dirty="0"/>
          </a:p>
        </p:txBody>
      </p:sp>
      <p:pic>
        <p:nvPicPr>
          <p:cNvPr id="10" name="!NewFile">
            <a:extLst>
              <a:ext uri="{FF2B5EF4-FFF2-40B4-BE49-F238E27FC236}">
                <a16:creationId xmlns:a16="http://schemas.microsoft.com/office/drawing/2014/main" id="{107CDA45-38D5-18FC-EE02-7518FDF3E77B}"/>
              </a:ext>
            </a:extLst>
          </p:cNvPr>
          <p:cNvPicPr>
            <a:picLocks noChangeAspect="1"/>
          </p:cNvPicPr>
          <p:nvPr/>
        </p:nvPicPr>
        <p:blipFill>
          <a:blip r:embed="rId3"/>
          <a:stretch>
            <a:fillRect/>
          </a:stretch>
        </p:blipFill>
        <p:spPr>
          <a:xfrm>
            <a:off x="2066753" y="1477687"/>
            <a:ext cx="8510936" cy="3371368"/>
          </a:xfrm>
          <a:prstGeom prst="rect">
            <a:avLst/>
          </a:prstGeom>
        </p:spPr>
      </p:pic>
      <p:pic>
        <p:nvPicPr>
          <p:cNvPr id="8" name="NewFile" descr="A Flow chart displaying all windows in the application and how they lead to one another">
            <a:extLst>
              <a:ext uri="{FF2B5EF4-FFF2-40B4-BE49-F238E27FC236}">
                <a16:creationId xmlns:a16="http://schemas.microsoft.com/office/drawing/2014/main" id="{C42AE383-CA3E-E9B7-DA6B-7044718A2628}"/>
              </a:ext>
            </a:extLst>
          </p:cNvPr>
          <p:cNvPicPr>
            <a:picLocks noChangeAspect="1"/>
          </p:cNvPicPr>
          <p:nvPr/>
        </p:nvPicPr>
        <p:blipFill>
          <a:blip r:embed="rId4">
            <a:extLst>
              <a:ext uri="{28A0092B-C50C-407E-A947-70E740481C1C}">
                <a14:useLocalDpi xmlns:a14="http://schemas.microsoft.com/office/drawing/2010/main" val="0"/>
              </a:ext>
            </a:extLst>
          </a:blip>
          <a:srcRect l="13550" t="32704" r="60214" b="51579"/>
          <a:stretch>
            <a:fillRect/>
          </a:stretch>
        </p:blipFill>
        <p:spPr>
          <a:xfrm>
            <a:off x="1143001" y="1386840"/>
            <a:ext cx="10358438" cy="3512821"/>
          </a:xfrm>
          <a:prstGeom prst="rect">
            <a:avLst/>
          </a:prstGeom>
          <a:solidFill>
            <a:srgbClr val="FFFFFF"/>
          </a:solidFill>
        </p:spPr>
      </p:pic>
      <p:sp>
        <p:nvSpPr>
          <p:cNvPr id="9" name="Rectangle: Rounded Corners 8">
            <a:extLst>
              <a:ext uri="{FF2B5EF4-FFF2-40B4-BE49-F238E27FC236}">
                <a16:creationId xmlns:a16="http://schemas.microsoft.com/office/drawing/2014/main" id="{760E1018-B030-902D-4115-4716E8C84BA5}"/>
              </a:ext>
            </a:extLst>
          </p:cNvPr>
          <p:cNvSpPr/>
          <p:nvPr/>
        </p:nvSpPr>
        <p:spPr>
          <a:xfrm>
            <a:off x="8718397" y="2017763"/>
            <a:ext cx="2448232" cy="2611387"/>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3737639885"/>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par>
                          <p:cTn id="8" fill="hold">
                            <p:stCondLst>
                              <p:cond delay="600"/>
                            </p:stCondLst>
                            <p:childTnLst>
                              <p:par>
                                <p:cTn id="9" presetID="1" presetClass="exit" presetSubtype="0" fill="hold" nodeType="afterEffect">
                                  <p:stCondLst>
                                    <p:cond delay="0"/>
                                  </p:stCondLst>
                                  <p:childTnLst>
                                    <p:set>
                                      <p:cBhvr>
                                        <p:cTn id="10"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A7F1E-9132-6B43-FA78-6CD227802A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154D3D-CF39-6C55-45B8-AB9F07D515DB}"/>
              </a:ext>
            </a:extLst>
          </p:cNvPr>
          <p:cNvSpPr>
            <a:spLocks noGrp="1"/>
          </p:cNvSpPr>
          <p:nvPr>
            <p:ph type="title"/>
          </p:nvPr>
        </p:nvSpPr>
        <p:spPr>
          <a:xfrm>
            <a:off x="334963" y="620690"/>
            <a:ext cx="7018337" cy="360041"/>
          </a:xfrm>
        </p:spPr>
        <p:txBody>
          <a:bodyPr/>
          <a:lstStyle/>
          <a:p>
            <a:r>
              <a:rPr lang="en-US" dirty="0"/>
              <a:t>New File Pathing</a:t>
            </a:r>
          </a:p>
        </p:txBody>
      </p:sp>
      <p:sp>
        <p:nvSpPr>
          <p:cNvPr id="4" name="Date Placeholder 3">
            <a:extLst>
              <a:ext uri="{FF2B5EF4-FFF2-40B4-BE49-F238E27FC236}">
                <a16:creationId xmlns:a16="http://schemas.microsoft.com/office/drawing/2014/main" id="{2FC48088-5AD3-2119-84FA-2876083B74BA}"/>
              </a:ext>
            </a:extLst>
          </p:cNvPr>
          <p:cNvSpPr>
            <a:spLocks noGrp="1"/>
          </p:cNvSpPr>
          <p:nvPr>
            <p:ph type="dt" sz="half" idx="10"/>
          </p:nvPr>
        </p:nvSpPr>
        <p:spPr/>
        <p:txBody>
          <a:bodyPr/>
          <a:lstStyle/>
          <a:p>
            <a:r>
              <a:rPr lang="en-US"/>
              <a:t>L5X Automation Build Tool</a:t>
            </a:r>
            <a:endParaRPr lang="en-US" dirty="0"/>
          </a:p>
        </p:txBody>
      </p:sp>
      <p:sp>
        <p:nvSpPr>
          <p:cNvPr id="7" name="Slide Number Placeholder 6">
            <a:extLst>
              <a:ext uri="{FF2B5EF4-FFF2-40B4-BE49-F238E27FC236}">
                <a16:creationId xmlns:a16="http://schemas.microsoft.com/office/drawing/2014/main" id="{F160AB3E-73E0-E11E-4112-DDA4E807913F}"/>
              </a:ext>
            </a:extLst>
          </p:cNvPr>
          <p:cNvSpPr>
            <a:spLocks noGrp="1"/>
          </p:cNvSpPr>
          <p:nvPr>
            <p:ph type="sldNum" sz="quarter" idx="12"/>
          </p:nvPr>
        </p:nvSpPr>
        <p:spPr/>
        <p:txBody>
          <a:bodyPr/>
          <a:lstStyle/>
          <a:p>
            <a:r>
              <a:rPr lang="en-US"/>
              <a:t>Slide </a:t>
            </a:r>
            <a:fld id="{C6F8E2D1-BFA0-484A-B7F1-E348F2594759}" type="slidenum">
              <a:rPr lang="en-US" smtClean="0"/>
              <a:t>16</a:t>
            </a:fld>
            <a:endParaRPr lang="en-US" dirty="0"/>
          </a:p>
        </p:txBody>
      </p:sp>
      <p:sp>
        <p:nvSpPr>
          <p:cNvPr id="8" name="Footer Placeholder 7">
            <a:extLst>
              <a:ext uri="{FF2B5EF4-FFF2-40B4-BE49-F238E27FC236}">
                <a16:creationId xmlns:a16="http://schemas.microsoft.com/office/drawing/2014/main" id="{0894B326-A35F-D05E-DD5B-CAE2B4D488C1}"/>
              </a:ext>
            </a:extLst>
          </p:cNvPr>
          <p:cNvSpPr>
            <a:spLocks noGrp="1"/>
          </p:cNvSpPr>
          <p:nvPr>
            <p:ph type="ftr" sz="quarter" idx="11"/>
          </p:nvPr>
        </p:nvSpPr>
        <p:spPr/>
        <p:txBody>
          <a:bodyPr/>
          <a:lstStyle/>
          <a:p>
            <a:r>
              <a:rPr lang="en-US"/>
              <a:t>Corbin Ferguson</a:t>
            </a:r>
            <a:endParaRPr lang="en-US" dirty="0"/>
          </a:p>
        </p:txBody>
      </p:sp>
      <p:pic>
        <p:nvPicPr>
          <p:cNvPr id="5" name="!NewFile" descr="A Flow chart displaying all windows in the application and how they lead to one another">
            <a:extLst>
              <a:ext uri="{FF2B5EF4-FFF2-40B4-BE49-F238E27FC236}">
                <a16:creationId xmlns:a16="http://schemas.microsoft.com/office/drawing/2014/main" id="{38941981-09C2-49EE-CBD3-2FA095358C90}"/>
              </a:ext>
            </a:extLst>
          </p:cNvPr>
          <p:cNvPicPr>
            <a:picLocks noChangeAspect="1"/>
          </p:cNvPicPr>
          <p:nvPr/>
        </p:nvPicPr>
        <p:blipFill>
          <a:blip r:embed="rId3">
            <a:extLst>
              <a:ext uri="{28A0092B-C50C-407E-A947-70E740481C1C}">
                <a14:useLocalDpi xmlns:a14="http://schemas.microsoft.com/office/drawing/2010/main" val="0"/>
              </a:ext>
            </a:extLst>
          </a:blip>
          <a:srcRect l="13550" t="32704" r="60214" b="51579"/>
          <a:stretch>
            <a:fillRect/>
          </a:stretch>
        </p:blipFill>
        <p:spPr>
          <a:xfrm>
            <a:off x="403387" y="1226685"/>
            <a:ext cx="11175203" cy="3789807"/>
          </a:xfrm>
          <a:prstGeom prst="rect">
            <a:avLst/>
          </a:prstGeom>
          <a:solidFill>
            <a:srgbClr val="FFFFFF"/>
          </a:solidFill>
        </p:spPr>
      </p:pic>
      <p:pic>
        <p:nvPicPr>
          <p:cNvPr id="3" name="NewFile">
            <a:extLst>
              <a:ext uri="{FF2B5EF4-FFF2-40B4-BE49-F238E27FC236}">
                <a16:creationId xmlns:a16="http://schemas.microsoft.com/office/drawing/2014/main" id="{35DB570D-C20F-4D18-AFA8-DB67D456C1A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04" y="905835"/>
            <a:ext cx="11417792" cy="5068102"/>
          </a:xfrm>
          <a:prstGeom prst="rect">
            <a:avLst/>
          </a:prstGeom>
          <a:solidFill>
            <a:schemeClr val="bg1"/>
          </a:solidFill>
        </p:spPr>
      </p:pic>
      <p:pic>
        <p:nvPicPr>
          <p:cNvPr id="9" name="NewFile">
            <a:extLst>
              <a:ext uri="{FF2B5EF4-FFF2-40B4-BE49-F238E27FC236}">
                <a16:creationId xmlns:a16="http://schemas.microsoft.com/office/drawing/2014/main" id="{0D495668-F0B2-4D67-2C55-18A3E3AB0F6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28358" t="48926"/>
          <a:stretch>
            <a:fillRect/>
          </a:stretch>
        </p:blipFill>
        <p:spPr bwMode="auto">
          <a:xfrm>
            <a:off x="3624942" y="3385455"/>
            <a:ext cx="8179953" cy="2588481"/>
          </a:xfrm>
          <a:prstGeom prst="rect">
            <a:avLst/>
          </a:prstGeom>
          <a:solidFill>
            <a:schemeClr val="bg1"/>
          </a:solidFill>
        </p:spPr>
      </p:pic>
      <p:sp>
        <p:nvSpPr>
          <p:cNvPr id="11" name="Rectangle: Rounded Corners 10">
            <a:extLst>
              <a:ext uri="{FF2B5EF4-FFF2-40B4-BE49-F238E27FC236}">
                <a16:creationId xmlns:a16="http://schemas.microsoft.com/office/drawing/2014/main" id="{E527682E-55F4-1E8E-3D74-DD36AAF5EC17}"/>
              </a:ext>
            </a:extLst>
          </p:cNvPr>
          <p:cNvSpPr/>
          <p:nvPr/>
        </p:nvSpPr>
        <p:spPr>
          <a:xfrm>
            <a:off x="3494313" y="3429000"/>
            <a:ext cx="8197429" cy="1663700"/>
          </a:xfrm>
          <a:prstGeom prst="roundRect">
            <a:avLst/>
          </a:prstGeom>
          <a:solidFill>
            <a:srgbClr val="007CAA">
              <a:alpha val="20000"/>
            </a:srgbClr>
          </a:solidFill>
          <a:ln>
            <a:solidFill>
              <a:srgbClr val="007CAA"/>
            </a:solidFill>
          </a:ln>
          <a:effectLst>
            <a:glow rad="63500">
              <a:schemeClr val="accent4">
                <a:satMod val="175000"/>
                <a:alpha val="40000"/>
              </a:scheme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err="1">
              <a:solidFill>
                <a:srgbClr val="FFFFFF"/>
              </a:solidFill>
              <a:latin typeface="E+H Sans" panose="020B0404050202020204" pitchFamily="34" charset="0"/>
            </a:endParaRPr>
          </a:p>
        </p:txBody>
      </p:sp>
    </p:spTree>
    <p:extLst>
      <p:ext uri="{BB962C8B-B14F-4D97-AF65-F5344CB8AC3E}">
        <p14:creationId xmlns:p14="http://schemas.microsoft.com/office/powerpoint/2010/main" val="935187346"/>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0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par>
                          <p:cTn id="8" fill="hold">
                            <p:stCondLst>
                              <p:cond delay="600"/>
                            </p:stCondLst>
                            <p:childTnLst>
                              <p:par>
                                <p:cTn id="9" presetID="1" presetClass="exit" presetSubtype="0" fill="hold" nodeType="after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023BE-C4A1-0C81-82B1-8BE303E6A0C4}"/>
              </a:ext>
            </a:extLst>
          </p:cNvPr>
          <p:cNvSpPr>
            <a:spLocks noGrp="1"/>
          </p:cNvSpPr>
          <p:nvPr>
            <p:ph type="title"/>
          </p:nvPr>
        </p:nvSpPr>
        <p:spPr/>
        <p:txBody>
          <a:bodyPr/>
          <a:lstStyle/>
          <a:p>
            <a:r>
              <a:rPr lang="en-US" dirty="0"/>
              <a:t>New File Pathing</a:t>
            </a:r>
          </a:p>
        </p:txBody>
      </p:sp>
      <p:sp>
        <p:nvSpPr>
          <p:cNvPr id="4" name="Date Placeholder 3">
            <a:extLst>
              <a:ext uri="{FF2B5EF4-FFF2-40B4-BE49-F238E27FC236}">
                <a16:creationId xmlns:a16="http://schemas.microsoft.com/office/drawing/2014/main" id="{920703AF-39D9-36C4-0F16-1A9A87FC9F2B}"/>
              </a:ext>
            </a:extLst>
          </p:cNvPr>
          <p:cNvSpPr>
            <a:spLocks noGrp="1"/>
          </p:cNvSpPr>
          <p:nvPr>
            <p:ph type="dt" sz="half" idx="10"/>
          </p:nvPr>
        </p:nvSpPr>
        <p:spPr/>
        <p:txBody>
          <a:bodyPr/>
          <a:lstStyle/>
          <a:p>
            <a:r>
              <a:rPr lang="en-US"/>
              <a:t>L5X Automation Build Tool</a:t>
            </a:r>
            <a:endParaRPr lang="en-US" dirty="0"/>
          </a:p>
        </p:txBody>
      </p:sp>
      <p:sp>
        <p:nvSpPr>
          <p:cNvPr id="5" name="Footer Placeholder 4">
            <a:extLst>
              <a:ext uri="{FF2B5EF4-FFF2-40B4-BE49-F238E27FC236}">
                <a16:creationId xmlns:a16="http://schemas.microsoft.com/office/drawing/2014/main" id="{ACFBEE8D-46B3-58A5-CDF3-0477BB7DC5F3}"/>
              </a:ext>
            </a:extLst>
          </p:cNvPr>
          <p:cNvSpPr>
            <a:spLocks noGrp="1"/>
          </p:cNvSpPr>
          <p:nvPr>
            <p:ph type="ftr" sz="quarter" idx="11"/>
          </p:nvPr>
        </p:nvSpPr>
        <p:spPr/>
        <p:txBody>
          <a:bodyPr/>
          <a:lstStyle/>
          <a:p>
            <a:r>
              <a:rPr lang="en-US"/>
              <a:t>Corbin Ferguson</a:t>
            </a:r>
            <a:endParaRPr lang="en-US" dirty="0"/>
          </a:p>
        </p:txBody>
      </p:sp>
      <p:sp>
        <p:nvSpPr>
          <p:cNvPr id="6" name="Slide Number Placeholder 5">
            <a:extLst>
              <a:ext uri="{FF2B5EF4-FFF2-40B4-BE49-F238E27FC236}">
                <a16:creationId xmlns:a16="http://schemas.microsoft.com/office/drawing/2014/main" id="{6665F912-0BA0-F96B-74D4-7E753912A973}"/>
              </a:ext>
            </a:extLst>
          </p:cNvPr>
          <p:cNvSpPr>
            <a:spLocks noGrp="1"/>
          </p:cNvSpPr>
          <p:nvPr>
            <p:ph type="sldNum" sz="quarter" idx="12"/>
          </p:nvPr>
        </p:nvSpPr>
        <p:spPr/>
        <p:txBody>
          <a:bodyPr/>
          <a:lstStyle/>
          <a:p>
            <a:r>
              <a:rPr lang="en-US"/>
              <a:t>Slide </a:t>
            </a:r>
            <a:fld id="{27814C39-D19F-4924-8254-47FE7D97AAB9}" type="slidenum">
              <a:rPr lang="en-US" smtClean="0"/>
              <a:pPr/>
              <a:t>17</a:t>
            </a:fld>
            <a:endParaRPr lang="en-US" dirty="0"/>
          </a:p>
        </p:txBody>
      </p:sp>
      <p:pic>
        <p:nvPicPr>
          <p:cNvPr id="3" name="NewFile">
            <a:extLst>
              <a:ext uri="{FF2B5EF4-FFF2-40B4-BE49-F238E27FC236}">
                <a16:creationId xmlns:a16="http://schemas.microsoft.com/office/drawing/2014/main" id="{06E6E34B-A3E4-5186-F073-42CEFA8945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51225" y="1866440"/>
            <a:ext cx="7089550" cy="3146893"/>
          </a:xfrm>
          <a:prstGeom prst="rect">
            <a:avLst/>
          </a:prstGeom>
          <a:solidFill>
            <a:schemeClr val="bg1"/>
          </a:solidFill>
        </p:spPr>
      </p:pic>
      <p:pic>
        <p:nvPicPr>
          <p:cNvPr id="9" name="NewFile">
            <a:extLst>
              <a:ext uri="{FF2B5EF4-FFF2-40B4-BE49-F238E27FC236}">
                <a16:creationId xmlns:a16="http://schemas.microsoft.com/office/drawing/2014/main" id="{584FF30B-D15E-FA58-D2D2-6427F8479406}"/>
              </a:ext>
            </a:extLst>
          </p:cNvPr>
          <p:cNvPicPr>
            <a:picLocks noChangeAspect="1"/>
          </p:cNvPicPr>
          <p:nvPr/>
        </p:nvPicPr>
        <p:blipFill>
          <a:blip r:embed="rId4"/>
          <a:srcRect l="1199"/>
          <a:stretch>
            <a:fillRect/>
          </a:stretch>
        </p:blipFill>
        <p:spPr>
          <a:xfrm>
            <a:off x="2637691" y="1085755"/>
            <a:ext cx="6916617" cy="4686490"/>
          </a:xfrm>
          <a:prstGeom prst="rect">
            <a:avLst/>
          </a:prstGeom>
        </p:spPr>
      </p:pic>
    </p:spTree>
    <p:extLst>
      <p:ext uri="{BB962C8B-B14F-4D97-AF65-F5344CB8AC3E}">
        <p14:creationId xmlns:p14="http://schemas.microsoft.com/office/powerpoint/2010/main" val="263318368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6D9B0-5B21-4CD0-D2A0-F8AC0DEF76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F6F43D-AFFC-E605-7E56-71EB15598521}"/>
              </a:ext>
            </a:extLst>
          </p:cNvPr>
          <p:cNvSpPr>
            <a:spLocks noGrp="1"/>
          </p:cNvSpPr>
          <p:nvPr>
            <p:ph type="title"/>
          </p:nvPr>
        </p:nvSpPr>
        <p:spPr>
          <a:xfrm>
            <a:off x="334963" y="620690"/>
            <a:ext cx="11522075" cy="360041"/>
          </a:xfrm>
        </p:spPr>
        <p:txBody>
          <a:bodyPr/>
          <a:lstStyle/>
          <a:p>
            <a:r>
              <a:rPr lang="en-US" dirty="0"/>
              <a:t>Test Structure &amp; Tools</a:t>
            </a:r>
          </a:p>
        </p:txBody>
      </p:sp>
      <p:sp>
        <p:nvSpPr>
          <p:cNvPr id="13" name="Content Placeholder 12">
            <a:extLst>
              <a:ext uri="{FF2B5EF4-FFF2-40B4-BE49-F238E27FC236}">
                <a16:creationId xmlns:a16="http://schemas.microsoft.com/office/drawing/2014/main" id="{1EC16664-E325-8471-1AD8-B488025297CB}"/>
              </a:ext>
            </a:extLst>
          </p:cNvPr>
          <p:cNvSpPr>
            <a:spLocks noGrp="1"/>
          </p:cNvSpPr>
          <p:nvPr>
            <p:ph idx="1"/>
          </p:nvPr>
        </p:nvSpPr>
        <p:spPr/>
        <p:txBody>
          <a:bodyPr/>
          <a:lstStyle/>
          <a:p>
            <a:pPr marL="0" indent="0">
              <a:buNone/>
            </a:pPr>
            <a:r>
              <a:rPr lang="en-US" dirty="0"/>
              <a:t>The tests are written in C# utilizing </a:t>
            </a:r>
            <a:r>
              <a:rPr lang="en-US" dirty="0" err="1"/>
              <a:t>MSTest</a:t>
            </a:r>
            <a:r>
              <a:rPr lang="en-US" dirty="0"/>
              <a:t>, and are split into 3 different namespaces:</a:t>
            </a:r>
          </a:p>
          <a:p>
            <a:r>
              <a:rPr lang="en-US" dirty="0"/>
              <a:t>ExecuteTests-48 Tests</a:t>
            </a:r>
          </a:p>
          <a:p>
            <a:pPr lvl="1"/>
            <a:r>
              <a:rPr lang="en-US" dirty="0"/>
              <a:t>Testing functionality for the core element handling sequences</a:t>
            </a:r>
          </a:p>
          <a:p>
            <a:pPr lvl="1"/>
            <a:r>
              <a:rPr lang="en-US" dirty="0"/>
              <a:t>Largest namespace as it tests most major sequences in many configurations and edge cases</a:t>
            </a:r>
          </a:p>
          <a:p>
            <a:pPr lvl="1"/>
            <a:r>
              <a:rPr lang="en-US" dirty="0"/>
              <a:t>Utilizes MOQ to bypass external element access functions</a:t>
            </a:r>
          </a:p>
          <a:p>
            <a:r>
              <a:rPr lang="en-US" dirty="0"/>
              <a:t>XMLHandlerTests-16 Tests</a:t>
            </a:r>
          </a:p>
          <a:p>
            <a:pPr lvl="1"/>
            <a:r>
              <a:rPr lang="en-US" dirty="0"/>
              <a:t>Testing backend supporting helper functions</a:t>
            </a:r>
          </a:p>
          <a:p>
            <a:pPr lvl="1"/>
            <a:r>
              <a:rPr lang="en-US" dirty="0"/>
              <a:t>Verifying backend logic</a:t>
            </a:r>
          </a:p>
          <a:p>
            <a:pPr lvl="1"/>
            <a:r>
              <a:rPr lang="en-US" dirty="0"/>
              <a:t>Utilizes MOQ to bypass external element access functions</a:t>
            </a:r>
          </a:p>
          <a:p>
            <a:r>
              <a:rPr lang="en-US" dirty="0"/>
              <a:t>GuiTesting-14 Tests</a:t>
            </a:r>
          </a:p>
          <a:p>
            <a:pPr lvl="1"/>
            <a:r>
              <a:rPr lang="en-US" dirty="0"/>
              <a:t>Verifying the window sequence chart</a:t>
            </a:r>
          </a:p>
          <a:p>
            <a:pPr lvl="1"/>
            <a:r>
              <a:rPr lang="en-US" dirty="0"/>
              <a:t>Utilizes FLAUI to automate </a:t>
            </a:r>
            <a:r>
              <a:rPr lang="en-US" dirty="0" err="1"/>
              <a:t>gui</a:t>
            </a:r>
            <a:r>
              <a:rPr lang="en-US" dirty="0"/>
              <a:t> window testing</a:t>
            </a:r>
          </a:p>
          <a:p>
            <a:pPr lvl="1"/>
            <a:endParaRPr lang="en-US" dirty="0"/>
          </a:p>
        </p:txBody>
      </p:sp>
      <p:sp>
        <p:nvSpPr>
          <p:cNvPr id="4" name="Date Placeholder 3">
            <a:extLst>
              <a:ext uri="{FF2B5EF4-FFF2-40B4-BE49-F238E27FC236}">
                <a16:creationId xmlns:a16="http://schemas.microsoft.com/office/drawing/2014/main" id="{88FDB054-09EC-A394-7273-8D1D2E86AF92}"/>
              </a:ext>
            </a:extLst>
          </p:cNvPr>
          <p:cNvSpPr>
            <a:spLocks noGrp="1"/>
          </p:cNvSpPr>
          <p:nvPr>
            <p:ph type="dt" sz="half" idx="10"/>
          </p:nvPr>
        </p:nvSpPr>
        <p:spPr>
          <a:xfrm>
            <a:off x="334963" y="194736"/>
            <a:ext cx="9674225" cy="180000"/>
          </a:xfrm>
        </p:spPr>
        <p:txBody>
          <a:bodyPr/>
          <a:lstStyle/>
          <a:p>
            <a:r>
              <a:rPr lang="en-US"/>
              <a:t>L5X Automation Build Tool</a:t>
            </a:r>
            <a:endParaRPr lang="en-US" dirty="0"/>
          </a:p>
        </p:txBody>
      </p:sp>
      <p:sp>
        <p:nvSpPr>
          <p:cNvPr id="3" name="Slide Number Placeholder 2">
            <a:extLst>
              <a:ext uri="{FF2B5EF4-FFF2-40B4-BE49-F238E27FC236}">
                <a16:creationId xmlns:a16="http://schemas.microsoft.com/office/drawing/2014/main" id="{77ECA1D4-8F7A-C753-8672-BD5EB1593DEF}"/>
              </a:ext>
            </a:extLst>
          </p:cNvPr>
          <p:cNvSpPr>
            <a:spLocks noGrp="1"/>
          </p:cNvSpPr>
          <p:nvPr>
            <p:ph type="sldNum" sz="quarter" idx="12"/>
          </p:nvPr>
        </p:nvSpPr>
        <p:spPr/>
        <p:txBody>
          <a:bodyPr/>
          <a:lstStyle/>
          <a:p>
            <a:r>
              <a:rPr lang="en-US"/>
              <a:t>Slide </a:t>
            </a:r>
            <a:fld id="{5BFF8BEA-C7AD-416A-8E1B-AC59D078A379}" type="slidenum">
              <a:rPr lang="en-US" smtClean="0"/>
              <a:t>18</a:t>
            </a:fld>
            <a:endParaRPr lang="en-US" dirty="0"/>
          </a:p>
        </p:txBody>
      </p:sp>
      <p:sp>
        <p:nvSpPr>
          <p:cNvPr id="7" name="Footer Placeholder 6">
            <a:extLst>
              <a:ext uri="{FF2B5EF4-FFF2-40B4-BE49-F238E27FC236}">
                <a16:creationId xmlns:a16="http://schemas.microsoft.com/office/drawing/2014/main" id="{322FD224-F0F7-F993-25A4-D048F7216E54}"/>
              </a:ext>
            </a:extLst>
          </p:cNvPr>
          <p:cNvSpPr>
            <a:spLocks noGrp="1"/>
          </p:cNvSpPr>
          <p:nvPr>
            <p:ph type="ftr" sz="quarter" idx="11"/>
          </p:nvPr>
        </p:nvSpPr>
        <p:spPr/>
        <p:txBody>
          <a:bodyPr/>
          <a:lstStyle/>
          <a:p>
            <a:r>
              <a:rPr lang="en-US"/>
              <a:t>Corbin Ferguson</a:t>
            </a:r>
            <a:endParaRPr lang="en-US" dirty="0"/>
          </a:p>
        </p:txBody>
      </p:sp>
    </p:spTree>
    <p:extLst>
      <p:ext uri="{BB962C8B-B14F-4D97-AF65-F5344CB8AC3E}">
        <p14:creationId xmlns:p14="http://schemas.microsoft.com/office/powerpoint/2010/main" val="195724574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69166F1D-356D-D430-8690-D44E331BF4F9}"/>
              </a:ext>
            </a:extLst>
          </p:cNvPr>
          <p:cNvSpPr>
            <a:spLocks noGrp="1"/>
          </p:cNvSpPr>
          <p:nvPr>
            <p:ph type="title"/>
          </p:nvPr>
        </p:nvSpPr>
        <p:spPr>
          <a:xfrm>
            <a:off x="334964" y="620690"/>
            <a:ext cx="1869588" cy="360041"/>
          </a:xfrm>
        </p:spPr>
        <p:txBody>
          <a:bodyPr wrap="none" anchor="t">
            <a:normAutofit/>
          </a:bodyPr>
          <a:lstStyle/>
          <a:p>
            <a:r>
              <a:rPr lang="en-US" dirty="0"/>
              <a:t>Test Results</a:t>
            </a:r>
          </a:p>
        </p:txBody>
      </p:sp>
      <p:sp>
        <p:nvSpPr>
          <p:cNvPr id="4" name="Datumsplatzhalter 3">
            <a:extLst>
              <a:ext uri="{FF2B5EF4-FFF2-40B4-BE49-F238E27FC236}">
                <a16:creationId xmlns:a16="http://schemas.microsoft.com/office/drawing/2014/main" id="{846AFA48-EFB6-F88C-7B8D-881F87D602D3}"/>
              </a:ext>
            </a:extLst>
          </p:cNvPr>
          <p:cNvSpPr>
            <a:spLocks noGrp="1"/>
          </p:cNvSpPr>
          <p:nvPr>
            <p:ph type="dt" sz="half" idx="10"/>
          </p:nvPr>
        </p:nvSpPr>
        <p:spPr>
          <a:xfrm>
            <a:off x="334963" y="194736"/>
            <a:ext cx="9674225" cy="180000"/>
          </a:xfrm>
        </p:spPr>
        <p:txBody>
          <a:bodyPr wrap="none" anchor="t">
            <a:normAutofit/>
          </a:bodyPr>
          <a:lstStyle/>
          <a:p>
            <a:pPr>
              <a:lnSpc>
                <a:spcPct val="90000"/>
              </a:lnSpc>
              <a:spcAft>
                <a:spcPts val="600"/>
              </a:spcAft>
            </a:pPr>
            <a:r>
              <a:rPr lang="en-US"/>
              <a:t>L5X Automation Build Tool</a:t>
            </a:r>
          </a:p>
        </p:txBody>
      </p:sp>
      <p:pic>
        <p:nvPicPr>
          <p:cNvPr id="11" name="Picture 10">
            <a:extLst>
              <a:ext uri="{FF2B5EF4-FFF2-40B4-BE49-F238E27FC236}">
                <a16:creationId xmlns:a16="http://schemas.microsoft.com/office/drawing/2014/main" id="{91F1CA0F-88C6-8188-D328-F5DF5A8C5BC2}"/>
              </a:ext>
            </a:extLst>
          </p:cNvPr>
          <p:cNvPicPr>
            <a:picLocks noChangeAspect="1"/>
          </p:cNvPicPr>
          <p:nvPr/>
        </p:nvPicPr>
        <p:blipFill>
          <a:blip r:embed="rId3"/>
          <a:stretch>
            <a:fillRect/>
          </a:stretch>
        </p:blipFill>
        <p:spPr>
          <a:xfrm>
            <a:off x="334963" y="1375229"/>
            <a:ext cx="5616000" cy="4506840"/>
          </a:xfrm>
          <a:prstGeom prst="rect">
            <a:avLst/>
          </a:prstGeom>
          <a:noFill/>
        </p:spPr>
      </p:pic>
      <p:sp>
        <p:nvSpPr>
          <p:cNvPr id="16" name="Content Placeholder 4">
            <a:extLst>
              <a:ext uri="{FF2B5EF4-FFF2-40B4-BE49-F238E27FC236}">
                <a16:creationId xmlns:a16="http://schemas.microsoft.com/office/drawing/2014/main" id="{75043462-D499-CFD8-CA75-EACF7FECE616}"/>
              </a:ext>
            </a:extLst>
          </p:cNvPr>
          <p:cNvSpPr>
            <a:spLocks noGrp="1"/>
          </p:cNvSpPr>
          <p:nvPr>
            <p:ph sz="quarter" idx="14"/>
          </p:nvPr>
        </p:nvSpPr>
        <p:spPr>
          <a:xfrm>
            <a:off x="6241037" y="1164474"/>
            <a:ext cx="5616000" cy="4928351"/>
          </a:xfrm>
        </p:spPr>
        <p:txBody>
          <a:bodyPr/>
          <a:lstStyle/>
          <a:p>
            <a:r>
              <a:rPr lang="en-US" dirty="0"/>
              <a:t>Tests were run both locally and on Jenkins pipeline</a:t>
            </a:r>
          </a:p>
          <a:p>
            <a:r>
              <a:rPr lang="en-US" dirty="0"/>
              <a:t>Skipped test: </a:t>
            </a:r>
            <a:r>
              <a:rPr lang="en-US" dirty="0" err="1"/>
              <a:t>RedundantModifyElement</a:t>
            </a:r>
            <a:endParaRPr lang="en-US" dirty="0"/>
          </a:p>
          <a:p>
            <a:pPr lvl="1"/>
            <a:r>
              <a:rPr lang="en-US" dirty="0"/>
              <a:t>Covers the edge case of modifying an element to clash with an existing element</a:t>
            </a:r>
          </a:p>
          <a:p>
            <a:pPr lvl="1"/>
            <a:r>
              <a:rPr lang="en-US" dirty="0"/>
              <a:t>Skipped as that handling was not implemented at project finish</a:t>
            </a:r>
          </a:p>
          <a:p>
            <a:pPr lvl="1"/>
            <a:r>
              <a:rPr lang="en-US" dirty="0"/>
              <a:t>Kept for notation purposes</a:t>
            </a:r>
          </a:p>
        </p:txBody>
      </p:sp>
      <p:sp>
        <p:nvSpPr>
          <p:cNvPr id="7" name="Footer Placeholder 6">
            <a:extLst>
              <a:ext uri="{FF2B5EF4-FFF2-40B4-BE49-F238E27FC236}">
                <a16:creationId xmlns:a16="http://schemas.microsoft.com/office/drawing/2014/main" id="{38D6E66F-E242-71AD-8EBC-F768E9376CE3}"/>
              </a:ext>
            </a:extLst>
          </p:cNvPr>
          <p:cNvSpPr>
            <a:spLocks noGrp="1"/>
          </p:cNvSpPr>
          <p:nvPr>
            <p:ph type="ftr" sz="quarter" idx="15"/>
          </p:nvPr>
        </p:nvSpPr>
        <p:spPr>
          <a:xfrm>
            <a:off x="4086351" y="6469380"/>
            <a:ext cx="1130300" cy="180000"/>
          </a:xfrm>
        </p:spPr>
        <p:txBody>
          <a:bodyPr wrap="none" anchor="ctr">
            <a:normAutofit/>
          </a:bodyPr>
          <a:lstStyle/>
          <a:p>
            <a:pPr>
              <a:lnSpc>
                <a:spcPct val="90000"/>
              </a:lnSpc>
              <a:spcAft>
                <a:spcPts val="600"/>
              </a:spcAft>
            </a:pPr>
            <a:r>
              <a:rPr lang="en-US"/>
              <a:t>Corbin Ferguson</a:t>
            </a:r>
          </a:p>
        </p:txBody>
      </p:sp>
      <p:sp>
        <p:nvSpPr>
          <p:cNvPr id="6" name="Slide Number Placeholder 5">
            <a:extLst>
              <a:ext uri="{FF2B5EF4-FFF2-40B4-BE49-F238E27FC236}">
                <a16:creationId xmlns:a16="http://schemas.microsoft.com/office/drawing/2014/main" id="{CE06400F-0838-F216-1DBB-D4152119A8E4}"/>
              </a:ext>
            </a:extLst>
          </p:cNvPr>
          <p:cNvSpPr>
            <a:spLocks noGrp="1"/>
          </p:cNvSpPr>
          <p:nvPr>
            <p:ph type="sldNum" sz="quarter" idx="16"/>
          </p:nvPr>
        </p:nvSpPr>
        <p:spPr>
          <a:xfrm>
            <a:off x="1633051" y="6469380"/>
            <a:ext cx="571500" cy="180000"/>
          </a:xfrm>
        </p:spPr>
        <p:txBody>
          <a:bodyPr wrap="none" anchor="ctr">
            <a:normAutofit/>
          </a:bodyPr>
          <a:lstStyle/>
          <a:p>
            <a:pPr>
              <a:lnSpc>
                <a:spcPct val="90000"/>
              </a:lnSpc>
              <a:spcAft>
                <a:spcPts val="600"/>
              </a:spcAft>
            </a:pPr>
            <a:r>
              <a:rPr lang="en-US"/>
              <a:t>Slide </a:t>
            </a:r>
            <a:fld id="{358A1964-41C6-43E7-8879-EF27F633EDD1}" type="slidenum">
              <a:rPr lang="en-US" smtClean="0"/>
              <a:pPr>
                <a:lnSpc>
                  <a:spcPct val="90000"/>
                </a:lnSpc>
                <a:spcAft>
                  <a:spcPts val="600"/>
                </a:spcAft>
              </a:pPr>
              <a:t>19</a:t>
            </a:fld>
            <a:endParaRPr lang="en-US"/>
          </a:p>
        </p:txBody>
      </p:sp>
    </p:spTree>
    <p:extLst>
      <p:ext uri="{BB962C8B-B14F-4D97-AF65-F5344CB8AC3E}">
        <p14:creationId xmlns:p14="http://schemas.microsoft.com/office/powerpoint/2010/main" val="37666552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extLst>
    <p:ext uri="{6950BFC3-D8DA-4A85-94F7-54DA5524770B}">
      <p188:commentRel xmlns:p188="http://schemas.microsoft.com/office/powerpoint/2018/8/main" r:id="rId2"/>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D3E07-841D-0CCD-502B-0FE388BB7562}"/>
            </a:ext>
          </a:extLst>
        </p:cNvPr>
        <p:cNvGrpSpPr/>
        <p:nvPr/>
      </p:nvGrpSpPr>
      <p:grpSpPr>
        <a:xfrm>
          <a:off x="0" y="0"/>
          <a:ext cx="0" cy="0"/>
          <a:chOff x="0" y="0"/>
          <a:chExt cx="0" cy="0"/>
        </a:xfrm>
      </p:grpSpPr>
      <p:sp>
        <p:nvSpPr>
          <p:cNvPr id="8" name="Footer Placeholder 7">
            <a:extLst>
              <a:ext uri="{FF2B5EF4-FFF2-40B4-BE49-F238E27FC236}">
                <a16:creationId xmlns:a16="http://schemas.microsoft.com/office/drawing/2014/main" id="{0399E63B-65A1-3030-DC23-CA1AF7150CCF}"/>
              </a:ext>
            </a:extLst>
          </p:cNvPr>
          <p:cNvSpPr>
            <a:spLocks noGrp="1"/>
          </p:cNvSpPr>
          <p:nvPr>
            <p:ph type="ftr" sz="quarter" idx="19"/>
          </p:nvPr>
        </p:nvSpPr>
        <p:spPr/>
        <p:txBody>
          <a:bodyPr/>
          <a:lstStyle/>
          <a:p>
            <a:r>
              <a:rPr lang="en-US"/>
              <a:t>Corbin Ferguson</a:t>
            </a:r>
            <a:endParaRPr lang="en-US" dirty="0"/>
          </a:p>
        </p:txBody>
      </p:sp>
      <p:sp>
        <p:nvSpPr>
          <p:cNvPr id="7" name="Slide Number Placeholder 6">
            <a:extLst>
              <a:ext uri="{FF2B5EF4-FFF2-40B4-BE49-F238E27FC236}">
                <a16:creationId xmlns:a16="http://schemas.microsoft.com/office/drawing/2014/main" id="{F24A93D2-C404-5313-F354-72800B3D775A}"/>
              </a:ext>
            </a:extLst>
          </p:cNvPr>
          <p:cNvSpPr>
            <a:spLocks noGrp="1"/>
          </p:cNvSpPr>
          <p:nvPr>
            <p:ph type="sldNum" sz="quarter" idx="20"/>
          </p:nvPr>
        </p:nvSpPr>
        <p:spPr/>
        <p:txBody>
          <a:bodyPr/>
          <a:lstStyle/>
          <a:p>
            <a:r>
              <a:rPr lang="en-US"/>
              <a:t>Slide </a:t>
            </a:r>
            <a:fld id="{32B897BE-5B46-4D7A-8E5C-716C3CDA6A39}" type="slidenum">
              <a:rPr lang="en-US" smtClean="0"/>
              <a:t>20</a:t>
            </a:fld>
            <a:endParaRPr lang="en-US" dirty="0"/>
          </a:p>
        </p:txBody>
      </p:sp>
      <p:sp>
        <p:nvSpPr>
          <p:cNvPr id="3" name="Subtitle 2">
            <a:extLst>
              <a:ext uri="{FF2B5EF4-FFF2-40B4-BE49-F238E27FC236}">
                <a16:creationId xmlns:a16="http://schemas.microsoft.com/office/drawing/2014/main" id="{63F6E7F2-C333-13E7-6A23-E317DC8149B0}"/>
              </a:ext>
            </a:extLst>
          </p:cNvPr>
          <p:cNvSpPr>
            <a:spLocks noGrp="1"/>
          </p:cNvSpPr>
          <p:nvPr>
            <p:ph type="subTitle" idx="1"/>
          </p:nvPr>
        </p:nvSpPr>
        <p:spPr/>
        <p:txBody>
          <a:bodyPr/>
          <a:lstStyle/>
          <a:p>
            <a:r>
              <a:rPr lang="en-US" dirty="0"/>
              <a:t>Live Demo!</a:t>
            </a:r>
          </a:p>
        </p:txBody>
      </p:sp>
      <p:sp>
        <p:nvSpPr>
          <p:cNvPr id="2" name="Title 1">
            <a:extLst>
              <a:ext uri="{FF2B5EF4-FFF2-40B4-BE49-F238E27FC236}">
                <a16:creationId xmlns:a16="http://schemas.microsoft.com/office/drawing/2014/main" id="{39A6CDB0-B34B-8995-0E8B-C319A922B5B3}"/>
              </a:ext>
            </a:extLst>
          </p:cNvPr>
          <p:cNvSpPr>
            <a:spLocks noGrp="1"/>
          </p:cNvSpPr>
          <p:nvPr>
            <p:ph type="title" idx="4294967295"/>
          </p:nvPr>
        </p:nvSpPr>
        <p:spPr>
          <a:xfrm>
            <a:off x="0" y="620713"/>
            <a:ext cx="5227638" cy="360362"/>
          </a:xfrm>
        </p:spPr>
        <p:txBody>
          <a:bodyPr/>
          <a:lstStyle/>
          <a:p>
            <a:r>
              <a:rPr lang="en-US" dirty="0"/>
              <a:t>Application Demo</a:t>
            </a:r>
          </a:p>
        </p:txBody>
      </p:sp>
      <p:sp>
        <p:nvSpPr>
          <p:cNvPr id="4" name="Date Placeholder 3">
            <a:extLst>
              <a:ext uri="{FF2B5EF4-FFF2-40B4-BE49-F238E27FC236}">
                <a16:creationId xmlns:a16="http://schemas.microsoft.com/office/drawing/2014/main" id="{00FFBEF8-5E91-2668-D8BE-7A069006F3AD}"/>
              </a:ext>
            </a:extLst>
          </p:cNvPr>
          <p:cNvSpPr>
            <a:spLocks noGrp="1"/>
          </p:cNvSpPr>
          <p:nvPr>
            <p:ph type="dt" sz="half" idx="4294967295"/>
          </p:nvPr>
        </p:nvSpPr>
        <p:spPr>
          <a:xfrm>
            <a:off x="0" y="195263"/>
            <a:ext cx="9674225" cy="179387"/>
          </a:xfrm>
        </p:spPr>
        <p:txBody>
          <a:bodyPr/>
          <a:lstStyle/>
          <a:p>
            <a:r>
              <a:rPr lang="en-US"/>
              <a:t>L5X Automation Build Tool</a:t>
            </a:r>
            <a:endParaRPr lang="en-US" dirty="0"/>
          </a:p>
        </p:txBody>
      </p:sp>
    </p:spTree>
    <p:extLst>
      <p:ext uri="{BB962C8B-B14F-4D97-AF65-F5344CB8AC3E}">
        <p14:creationId xmlns:p14="http://schemas.microsoft.com/office/powerpoint/2010/main" val="7653303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F12D16D0-86CF-AF46-C7E4-9E991E80B9A8}"/>
              </a:ext>
            </a:extLst>
          </p:cNvPr>
          <p:cNvSpPr>
            <a:spLocks noGrp="1"/>
          </p:cNvSpPr>
          <p:nvPr>
            <p:ph type="body" sz="quarter" idx="13"/>
          </p:nvPr>
        </p:nvSpPr>
        <p:spPr/>
        <p:txBody>
          <a:bodyPr/>
          <a:lstStyle/>
          <a:p>
            <a:pPr marL="342900" indent="-342900">
              <a:buFont typeface="Arial" panose="020B0604020202020204" pitchFamily="34" charset="0"/>
              <a:buChar char="•"/>
            </a:pPr>
            <a:r>
              <a:rPr lang="en-US" sz="2200" dirty="0"/>
              <a:t>Start with clearly defined and detailed requirements</a:t>
            </a:r>
          </a:p>
          <a:p>
            <a:pPr marL="342900" indent="-342900">
              <a:buFont typeface="Arial" panose="020B0604020202020204" pitchFamily="34" charset="0"/>
              <a:buChar char="•"/>
            </a:pPr>
            <a:r>
              <a:rPr lang="en-US" sz="2200" dirty="0"/>
              <a:t>Segment out and abstract classes from the start, interfaces were very helpful</a:t>
            </a:r>
          </a:p>
          <a:p>
            <a:pPr marL="342900" indent="-342900">
              <a:buFont typeface="Arial" panose="020B0604020202020204" pitchFamily="34" charset="0"/>
              <a:buChar char="•"/>
            </a:pPr>
            <a:r>
              <a:rPr lang="en-US" sz="2200" dirty="0"/>
              <a:t>Devote more time to comparing tool options early on, rather than running with the first tool that works</a:t>
            </a:r>
          </a:p>
          <a:p>
            <a:pPr marL="342900" indent="-342900">
              <a:buFont typeface="Arial" panose="020B0604020202020204" pitchFamily="34" charset="0"/>
              <a:buChar char="•"/>
            </a:pPr>
            <a:r>
              <a:rPr lang="en-US" sz="2200" dirty="0"/>
              <a:t>Integrate documentation work throughout development, rather than separately</a:t>
            </a:r>
          </a:p>
          <a:p>
            <a:pPr marL="342900" indent="-342900">
              <a:buFont typeface="Arial" panose="020B0604020202020204" pitchFamily="34" charset="0"/>
              <a:buChar char="•"/>
            </a:pPr>
            <a:r>
              <a:rPr lang="en-US" sz="2200" dirty="0"/>
              <a:t>Develop tests alongside application, not after the fact(test-driven development leads to cleaner code and easier debugging)</a:t>
            </a:r>
          </a:p>
          <a:p>
            <a:pPr marL="342900" indent="-342900">
              <a:buFont typeface="Arial" panose="020B0604020202020204" pitchFamily="34" charset="0"/>
              <a:buChar char="•"/>
            </a:pPr>
            <a:r>
              <a:rPr lang="en-US" sz="2200" dirty="0"/>
              <a:t>Keep a constant line of communication open with the client(Matt) for better workflow in system design</a:t>
            </a:r>
          </a:p>
        </p:txBody>
      </p:sp>
      <p:sp>
        <p:nvSpPr>
          <p:cNvPr id="3" name="Date Placeholder 2">
            <a:extLst>
              <a:ext uri="{FF2B5EF4-FFF2-40B4-BE49-F238E27FC236}">
                <a16:creationId xmlns:a16="http://schemas.microsoft.com/office/drawing/2014/main" id="{4591C6F5-1471-06B7-C32B-59BCD0819533}"/>
              </a:ext>
            </a:extLst>
          </p:cNvPr>
          <p:cNvSpPr>
            <a:spLocks noGrp="1"/>
          </p:cNvSpPr>
          <p:nvPr>
            <p:ph type="dt" sz="half" idx="14"/>
          </p:nvPr>
        </p:nvSpPr>
        <p:spPr/>
        <p:txBody>
          <a:bodyPr/>
          <a:lstStyle/>
          <a:p>
            <a:r>
              <a:rPr lang="en-US"/>
              <a:t>L5X Automation Build Tool</a:t>
            </a:r>
            <a:endParaRPr lang="en-US" dirty="0"/>
          </a:p>
        </p:txBody>
      </p:sp>
      <p:sp>
        <p:nvSpPr>
          <p:cNvPr id="4" name="Footer Placeholder 3">
            <a:extLst>
              <a:ext uri="{FF2B5EF4-FFF2-40B4-BE49-F238E27FC236}">
                <a16:creationId xmlns:a16="http://schemas.microsoft.com/office/drawing/2014/main" id="{CCB6A675-2BFE-99E9-F187-94EAE5052860}"/>
              </a:ext>
            </a:extLst>
          </p:cNvPr>
          <p:cNvSpPr>
            <a:spLocks noGrp="1"/>
          </p:cNvSpPr>
          <p:nvPr>
            <p:ph type="ftr" sz="quarter" idx="15"/>
          </p:nvPr>
        </p:nvSpPr>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815389D2-E47D-4909-7C5F-8A4D84C4821F}"/>
              </a:ext>
            </a:extLst>
          </p:cNvPr>
          <p:cNvSpPr>
            <a:spLocks noGrp="1"/>
          </p:cNvSpPr>
          <p:nvPr>
            <p:ph type="sldNum" sz="quarter" idx="16"/>
          </p:nvPr>
        </p:nvSpPr>
        <p:spPr/>
        <p:txBody>
          <a:bodyPr/>
          <a:lstStyle/>
          <a:p>
            <a:r>
              <a:rPr lang="en-US"/>
              <a:t>Slide </a:t>
            </a:r>
            <a:fld id="{B7F1FE61-F696-4BC2-948F-7278C8C6DBB9}" type="slidenum">
              <a:rPr lang="en-US" smtClean="0"/>
              <a:t>21</a:t>
            </a:fld>
            <a:endParaRPr lang="en-US" dirty="0"/>
          </a:p>
        </p:txBody>
      </p:sp>
      <p:sp>
        <p:nvSpPr>
          <p:cNvPr id="2" name="Title 1">
            <a:extLst>
              <a:ext uri="{FF2B5EF4-FFF2-40B4-BE49-F238E27FC236}">
                <a16:creationId xmlns:a16="http://schemas.microsoft.com/office/drawing/2014/main" id="{61113C17-0C45-ADED-44EF-50665713EACA}"/>
              </a:ext>
            </a:extLst>
          </p:cNvPr>
          <p:cNvSpPr>
            <a:spLocks noGrp="1"/>
          </p:cNvSpPr>
          <p:nvPr>
            <p:ph type="title"/>
          </p:nvPr>
        </p:nvSpPr>
        <p:spPr/>
        <p:txBody>
          <a:bodyPr/>
          <a:lstStyle/>
          <a:p>
            <a:r>
              <a:rPr lang="en-US" dirty="0"/>
              <a:t>Lessons Learned</a:t>
            </a:r>
          </a:p>
        </p:txBody>
      </p:sp>
    </p:spTree>
    <p:extLst>
      <p:ext uri="{BB962C8B-B14F-4D97-AF65-F5344CB8AC3E}">
        <p14:creationId xmlns:p14="http://schemas.microsoft.com/office/powerpoint/2010/main" val="7850375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F2CB5-4411-5F8F-ECAD-B9723833255F}"/>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10547ECE-F4D6-7E7B-B957-03EBA9BFAC16}"/>
              </a:ext>
            </a:extLst>
          </p:cNvPr>
          <p:cNvSpPr>
            <a:spLocks noGrp="1"/>
          </p:cNvSpPr>
          <p:nvPr>
            <p:ph type="body" sz="quarter" idx="13"/>
          </p:nvPr>
        </p:nvSpPr>
        <p:spPr/>
        <p:txBody>
          <a:bodyPr/>
          <a:lstStyle/>
          <a:p>
            <a:pPr marL="342900" indent="-342900">
              <a:buFont typeface="Arial" panose="020B0604020202020204" pitchFamily="34" charset="0"/>
              <a:buChar char="•"/>
            </a:pPr>
            <a:r>
              <a:rPr lang="en-US" dirty="0"/>
              <a:t>Gained substantial experience in software design principles, test‑driven development practices, UML modeling, and project management techniques for single‑developer projects.</a:t>
            </a:r>
          </a:p>
          <a:p>
            <a:pPr marL="342900" indent="-342900">
              <a:buFont typeface="Arial" panose="020B0604020202020204" pitchFamily="34" charset="0"/>
              <a:buChar char="•"/>
            </a:pPr>
            <a:r>
              <a:rPr lang="en-US" dirty="0"/>
              <a:t>Potential future additions:</a:t>
            </a:r>
          </a:p>
          <a:p>
            <a:pPr marL="703263" lvl="1" indent="-342900">
              <a:buFont typeface="Arial" panose="020B0604020202020204" pitchFamily="34" charset="0"/>
              <a:buChar char="•"/>
            </a:pPr>
            <a:r>
              <a:rPr lang="en-US" dirty="0"/>
              <a:t>Upgraded UI to more intuitive feel</a:t>
            </a:r>
          </a:p>
          <a:p>
            <a:pPr marL="703263" lvl="1" indent="-342900">
              <a:buFont typeface="Arial" panose="020B0604020202020204" pitchFamily="34" charset="0"/>
              <a:buChar char="•"/>
            </a:pPr>
            <a:r>
              <a:rPr lang="en-US" dirty="0"/>
              <a:t>Enhanced system validation</a:t>
            </a:r>
          </a:p>
          <a:p>
            <a:pPr marL="703263" lvl="1" indent="-342900">
              <a:buFont typeface="Arial" panose="020B0604020202020204" pitchFamily="34" charset="0"/>
              <a:buChar char="•"/>
            </a:pPr>
            <a:r>
              <a:rPr lang="en-US" dirty="0"/>
              <a:t>Opening file being actively modified</a:t>
            </a:r>
          </a:p>
          <a:p>
            <a:pPr marL="342900" indent="-342900">
              <a:buFont typeface="Arial" panose="020B0604020202020204" pitchFamily="34" charset="0"/>
              <a:buChar char="•"/>
            </a:pPr>
            <a:r>
              <a:rPr lang="en-US" dirty="0"/>
              <a:t>Significant additional input and item‑level validation is required to ensure data integrity and make the tool viable for real‑world deployment.</a:t>
            </a:r>
          </a:p>
          <a:p>
            <a:pPr marL="703263" lvl="1" indent="-342900">
              <a:buFont typeface="Arial" panose="020B0604020202020204" pitchFamily="34" charset="0"/>
              <a:buChar char="•"/>
            </a:pPr>
            <a:r>
              <a:rPr lang="en-US" sz="2000" dirty="0"/>
              <a:t>Still requires extensive manual corrections outside of the defined XML schema, reducing reliability and increasing error risk.</a:t>
            </a:r>
          </a:p>
          <a:p>
            <a:pPr marL="703263" lvl="1" indent="-342900">
              <a:buFont typeface="Arial" panose="020B0604020202020204" pitchFamily="34" charset="0"/>
              <a:buChar char="•"/>
            </a:pPr>
            <a:r>
              <a:rPr lang="en-US" sz="2000" dirty="0"/>
              <a:t>Not all dependencies function like normal XML dependencies but are unique to L5X, meaning they cannot be included in the schema</a:t>
            </a:r>
          </a:p>
        </p:txBody>
      </p:sp>
      <p:sp>
        <p:nvSpPr>
          <p:cNvPr id="3" name="Date Placeholder 2">
            <a:extLst>
              <a:ext uri="{FF2B5EF4-FFF2-40B4-BE49-F238E27FC236}">
                <a16:creationId xmlns:a16="http://schemas.microsoft.com/office/drawing/2014/main" id="{E4CEC92F-70B2-5955-59BA-71F8FCCF7607}"/>
              </a:ext>
            </a:extLst>
          </p:cNvPr>
          <p:cNvSpPr>
            <a:spLocks noGrp="1"/>
          </p:cNvSpPr>
          <p:nvPr>
            <p:ph type="dt" sz="half" idx="14"/>
          </p:nvPr>
        </p:nvSpPr>
        <p:spPr/>
        <p:txBody>
          <a:bodyPr/>
          <a:lstStyle/>
          <a:p>
            <a:r>
              <a:rPr lang="en-US"/>
              <a:t>L5X Automation Build Tool</a:t>
            </a:r>
            <a:endParaRPr lang="en-US" dirty="0"/>
          </a:p>
        </p:txBody>
      </p:sp>
      <p:sp>
        <p:nvSpPr>
          <p:cNvPr id="4" name="Footer Placeholder 3">
            <a:extLst>
              <a:ext uri="{FF2B5EF4-FFF2-40B4-BE49-F238E27FC236}">
                <a16:creationId xmlns:a16="http://schemas.microsoft.com/office/drawing/2014/main" id="{ABD4DDF0-37C4-840E-A856-383B023B3228}"/>
              </a:ext>
            </a:extLst>
          </p:cNvPr>
          <p:cNvSpPr>
            <a:spLocks noGrp="1"/>
          </p:cNvSpPr>
          <p:nvPr>
            <p:ph type="ftr" sz="quarter" idx="15"/>
          </p:nvPr>
        </p:nvSpPr>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E1A1F705-1454-F7D1-51D1-6A08783759F2}"/>
              </a:ext>
            </a:extLst>
          </p:cNvPr>
          <p:cNvSpPr>
            <a:spLocks noGrp="1"/>
          </p:cNvSpPr>
          <p:nvPr>
            <p:ph type="sldNum" sz="quarter" idx="16"/>
          </p:nvPr>
        </p:nvSpPr>
        <p:spPr/>
        <p:txBody>
          <a:bodyPr/>
          <a:lstStyle/>
          <a:p>
            <a:r>
              <a:rPr lang="en-US"/>
              <a:t>Slide </a:t>
            </a:r>
            <a:fld id="{B7F1FE61-F696-4BC2-948F-7278C8C6DBB9}" type="slidenum">
              <a:rPr lang="en-US" smtClean="0"/>
              <a:t>22</a:t>
            </a:fld>
            <a:endParaRPr lang="en-US" dirty="0"/>
          </a:p>
        </p:txBody>
      </p:sp>
      <p:sp>
        <p:nvSpPr>
          <p:cNvPr id="2" name="Title 1">
            <a:extLst>
              <a:ext uri="{FF2B5EF4-FFF2-40B4-BE49-F238E27FC236}">
                <a16:creationId xmlns:a16="http://schemas.microsoft.com/office/drawing/2014/main" id="{29DC8B36-B78B-74FC-1B96-372E60B3CCA5}"/>
              </a:ext>
            </a:extLst>
          </p:cNvPr>
          <p:cNvSpPr>
            <a:spLocks noGrp="1"/>
          </p:cNvSpPr>
          <p:nvPr>
            <p:ph type="title"/>
          </p:nvPr>
        </p:nvSpPr>
        <p:spPr/>
        <p:txBody>
          <a:bodyPr/>
          <a:lstStyle/>
          <a:p>
            <a:r>
              <a:rPr lang="en-US" dirty="0"/>
              <a:t>Conclusion</a:t>
            </a:r>
          </a:p>
        </p:txBody>
      </p:sp>
    </p:spTree>
    <p:extLst>
      <p:ext uri="{BB962C8B-B14F-4D97-AF65-F5344CB8AC3E}">
        <p14:creationId xmlns:p14="http://schemas.microsoft.com/office/powerpoint/2010/main" val="10675355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6D799-83D0-D8E1-369F-8F93C173AC3A}"/>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C965AF43-050E-8DD3-2689-66CA57A259C8}"/>
              </a:ext>
            </a:extLst>
          </p:cNvPr>
          <p:cNvSpPr>
            <a:spLocks noGrp="1"/>
          </p:cNvSpPr>
          <p:nvPr>
            <p:ph type="sldNum" sz="quarter" idx="20"/>
          </p:nvPr>
        </p:nvSpPr>
        <p:spPr/>
        <p:txBody>
          <a:bodyPr/>
          <a:lstStyle/>
          <a:p>
            <a:r>
              <a:rPr lang="en-US"/>
              <a:t>Slide </a:t>
            </a:r>
            <a:fld id="{C20DA095-8283-4DCC-BA55-3B61E88C6181}" type="slidenum">
              <a:rPr lang="en-US" smtClean="0"/>
              <a:t>23</a:t>
            </a:fld>
            <a:endParaRPr lang="en-US" dirty="0"/>
          </a:p>
        </p:txBody>
      </p:sp>
      <p:sp>
        <p:nvSpPr>
          <p:cNvPr id="7" name="Footer Placeholder 6">
            <a:extLst>
              <a:ext uri="{FF2B5EF4-FFF2-40B4-BE49-F238E27FC236}">
                <a16:creationId xmlns:a16="http://schemas.microsoft.com/office/drawing/2014/main" id="{628BF34A-F012-FD85-5856-2DB1DF0DEF63}"/>
              </a:ext>
            </a:extLst>
          </p:cNvPr>
          <p:cNvSpPr>
            <a:spLocks noGrp="1"/>
          </p:cNvSpPr>
          <p:nvPr>
            <p:ph type="ftr" sz="quarter" idx="19"/>
          </p:nvPr>
        </p:nvSpPr>
        <p:spPr/>
        <p:txBody>
          <a:bodyPr/>
          <a:lstStyle/>
          <a:p>
            <a:r>
              <a:rPr lang="en-US" dirty="0"/>
              <a:t>Corbin Ferguson</a:t>
            </a:r>
          </a:p>
        </p:txBody>
      </p:sp>
      <p:pic>
        <p:nvPicPr>
          <p:cNvPr id="6146" name="Picture 2" descr="Bugs Bunny Thats All Folks GIFs | Tenor">
            <a:extLst>
              <a:ext uri="{FF2B5EF4-FFF2-40B4-BE49-F238E27FC236}">
                <a16:creationId xmlns:a16="http://schemas.microsoft.com/office/drawing/2014/main" id="{A503B4BB-4E87-4997-50B8-4D3E91401B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16018" y="702468"/>
            <a:ext cx="7359964" cy="54530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6801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61480E-EC27-6782-E840-077677AC47DA}"/>
            </a:ext>
          </a:extLst>
        </p:cNvPr>
        <p:cNvGrpSpPr/>
        <p:nvPr/>
      </p:nvGrpSpPr>
      <p:grpSpPr>
        <a:xfrm>
          <a:off x="0" y="0"/>
          <a:ext cx="0" cy="0"/>
          <a:chOff x="0" y="0"/>
          <a:chExt cx="0" cy="0"/>
        </a:xfrm>
      </p:grpSpPr>
      <p:sp>
        <p:nvSpPr>
          <p:cNvPr id="9" name="Text Placeholder 8">
            <a:extLst>
              <a:ext uri="{FF2B5EF4-FFF2-40B4-BE49-F238E27FC236}">
                <a16:creationId xmlns:a16="http://schemas.microsoft.com/office/drawing/2014/main" id="{01007C77-2DF3-8DD9-8D8C-832A640C674D}"/>
              </a:ext>
            </a:extLst>
          </p:cNvPr>
          <p:cNvSpPr>
            <a:spLocks noGrp="1"/>
          </p:cNvSpPr>
          <p:nvPr>
            <p:ph type="body" sz="quarter" idx="13"/>
          </p:nvPr>
        </p:nvSpPr>
        <p:spPr/>
        <p:txBody>
          <a:bodyPr/>
          <a:lstStyle/>
          <a:p>
            <a:pPr marL="342900" indent="-342900">
              <a:buFont typeface="Arial" panose="020B0604020202020204" pitchFamily="34" charset="0"/>
              <a:buChar char="•"/>
            </a:pPr>
            <a:r>
              <a:rPr lang="en-US" dirty="0">
                <a:hlinkClick r:id="rId2"/>
              </a:rPr>
              <a:t>RSLogix5000_V35.xsd</a:t>
            </a:r>
            <a:endParaRPr lang="en-US" dirty="0"/>
          </a:p>
          <a:p>
            <a:pPr marL="342900" indent="-342900">
              <a:buFont typeface="Arial" panose="020B0604020202020204" pitchFamily="34" charset="0"/>
              <a:buChar char="•"/>
            </a:pPr>
            <a:r>
              <a:rPr lang="en-US" dirty="0">
                <a:hlinkClick r:id="rId3"/>
              </a:rPr>
              <a:t>https://literature.rockwellautomation.com/idc/groups/literature/documents/pm/1756-pm019_-en-p.pdf</a:t>
            </a:r>
            <a:endParaRPr lang="en-US" dirty="0"/>
          </a:p>
          <a:p>
            <a:pPr marL="342900" indent="-342900">
              <a:buFont typeface="Arial" panose="020B0604020202020204" pitchFamily="34" charset="0"/>
              <a:buChar char="•"/>
            </a:pPr>
            <a:r>
              <a:rPr lang="en-US" dirty="0">
                <a:hlinkClick r:id="rId4"/>
              </a:rPr>
              <a:t>https://literature.rockwellautomation.com/idc/groups/literature/documents/rm/1756-rm014_-en-p.pdf</a:t>
            </a:r>
            <a:endParaRPr lang="en-US" dirty="0"/>
          </a:p>
          <a:p>
            <a:pPr marL="342900" indent="-342900">
              <a:buFont typeface="Arial" panose="020B0604020202020204" pitchFamily="34" charset="0"/>
              <a:buChar char="•"/>
            </a:pPr>
            <a:r>
              <a:rPr lang="en-US" dirty="0" err="1">
                <a:hlinkClick r:id="rId5"/>
              </a:rPr>
              <a:t>System.Xml.Linq</a:t>
            </a:r>
            <a:r>
              <a:rPr lang="en-US" dirty="0">
                <a:hlinkClick r:id="rId5"/>
              </a:rPr>
              <a:t> Namespace | Microsoft Learn</a:t>
            </a:r>
            <a:endParaRPr lang="en-US" dirty="0"/>
          </a:p>
          <a:p>
            <a:pPr marL="342900" indent="-342900">
              <a:buFont typeface="Arial" panose="020B0604020202020204" pitchFamily="34" charset="0"/>
              <a:buChar char="•"/>
            </a:pPr>
            <a:r>
              <a:rPr lang="en-US" dirty="0" err="1">
                <a:hlinkClick r:id="rId6"/>
              </a:rPr>
              <a:t>devlooped</a:t>
            </a:r>
            <a:r>
              <a:rPr lang="en-US" dirty="0">
                <a:hlinkClick r:id="rId6"/>
              </a:rPr>
              <a:t>/</a:t>
            </a:r>
            <a:r>
              <a:rPr lang="en-US" dirty="0" err="1">
                <a:hlinkClick r:id="rId6"/>
              </a:rPr>
              <a:t>moq</a:t>
            </a:r>
            <a:r>
              <a:rPr lang="en-US" dirty="0">
                <a:hlinkClick r:id="rId6"/>
              </a:rPr>
              <a:t>: The most popular and friendly mocking framework for .NET</a:t>
            </a:r>
            <a:endParaRPr lang="en-US" dirty="0"/>
          </a:p>
          <a:p>
            <a:pPr marL="342900" indent="-342900">
              <a:buFont typeface="Arial" panose="020B0604020202020204" pitchFamily="34" charset="0"/>
              <a:buChar char="•"/>
            </a:pPr>
            <a:r>
              <a:rPr lang="en-US" dirty="0" err="1">
                <a:hlinkClick r:id="rId7"/>
              </a:rPr>
              <a:t>FlaUI</a:t>
            </a:r>
            <a:r>
              <a:rPr lang="en-US" dirty="0">
                <a:hlinkClick r:id="rId7"/>
              </a:rPr>
              <a:t>/</a:t>
            </a:r>
            <a:r>
              <a:rPr lang="en-US" dirty="0" err="1">
                <a:hlinkClick r:id="rId7"/>
              </a:rPr>
              <a:t>FlaUI</a:t>
            </a:r>
            <a:r>
              <a:rPr lang="en-US" dirty="0">
                <a:hlinkClick r:id="rId7"/>
              </a:rPr>
              <a:t>: UI automation library for </a:t>
            </a:r>
            <a:r>
              <a:rPr lang="en-US" dirty="0" err="1">
                <a:hlinkClick r:id="rId7"/>
              </a:rPr>
              <a:t>.Net</a:t>
            </a:r>
            <a:endParaRPr lang="en-US" dirty="0"/>
          </a:p>
          <a:p>
            <a:pPr marL="342900" indent="-342900">
              <a:buFont typeface="Arial" panose="020B0604020202020204" pitchFamily="34" charset="0"/>
              <a:buChar char="•"/>
            </a:pPr>
            <a:r>
              <a:rPr lang="en-US" dirty="0" err="1">
                <a:hlinkClick r:id="rId8"/>
              </a:rPr>
              <a:t>MSTest</a:t>
            </a:r>
            <a:r>
              <a:rPr lang="en-US" dirty="0">
                <a:hlinkClick r:id="rId8"/>
              </a:rPr>
              <a:t> overview - .NET | Microsoft Learn</a:t>
            </a:r>
            <a:endParaRPr lang="en-US" sz="2000" dirty="0"/>
          </a:p>
        </p:txBody>
      </p:sp>
      <p:sp>
        <p:nvSpPr>
          <p:cNvPr id="3" name="Date Placeholder 2">
            <a:extLst>
              <a:ext uri="{FF2B5EF4-FFF2-40B4-BE49-F238E27FC236}">
                <a16:creationId xmlns:a16="http://schemas.microsoft.com/office/drawing/2014/main" id="{F9289A25-DE32-EAA4-17EE-075AAEC9AFBF}"/>
              </a:ext>
            </a:extLst>
          </p:cNvPr>
          <p:cNvSpPr>
            <a:spLocks noGrp="1"/>
          </p:cNvSpPr>
          <p:nvPr>
            <p:ph type="dt" sz="half" idx="14"/>
          </p:nvPr>
        </p:nvSpPr>
        <p:spPr/>
        <p:txBody>
          <a:bodyPr/>
          <a:lstStyle/>
          <a:p>
            <a:r>
              <a:rPr lang="en-US"/>
              <a:t>L5X Automation Build Tool</a:t>
            </a:r>
            <a:endParaRPr lang="en-US" dirty="0"/>
          </a:p>
        </p:txBody>
      </p:sp>
      <p:sp>
        <p:nvSpPr>
          <p:cNvPr id="4" name="Footer Placeholder 3">
            <a:extLst>
              <a:ext uri="{FF2B5EF4-FFF2-40B4-BE49-F238E27FC236}">
                <a16:creationId xmlns:a16="http://schemas.microsoft.com/office/drawing/2014/main" id="{4033C15C-D89A-56B7-E112-A72F740A71B9}"/>
              </a:ext>
            </a:extLst>
          </p:cNvPr>
          <p:cNvSpPr>
            <a:spLocks noGrp="1"/>
          </p:cNvSpPr>
          <p:nvPr>
            <p:ph type="ftr" sz="quarter" idx="15"/>
          </p:nvPr>
        </p:nvSpPr>
        <p:spPr/>
        <p:txBody>
          <a:bodyPr/>
          <a:lstStyle/>
          <a:p>
            <a:r>
              <a:rPr lang="en-US"/>
              <a:t>Corbin Ferguson</a:t>
            </a:r>
            <a:endParaRPr lang="en-US" dirty="0"/>
          </a:p>
        </p:txBody>
      </p:sp>
      <p:sp>
        <p:nvSpPr>
          <p:cNvPr id="5" name="Slide Number Placeholder 4">
            <a:extLst>
              <a:ext uri="{FF2B5EF4-FFF2-40B4-BE49-F238E27FC236}">
                <a16:creationId xmlns:a16="http://schemas.microsoft.com/office/drawing/2014/main" id="{E66F4642-FAF3-185E-7CBC-239DE9E56FBF}"/>
              </a:ext>
            </a:extLst>
          </p:cNvPr>
          <p:cNvSpPr>
            <a:spLocks noGrp="1"/>
          </p:cNvSpPr>
          <p:nvPr>
            <p:ph type="sldNum" sz="quarter" idx="16"/>
          </p:nvPr>
        </p:nvSpPr>
        <p:spPr/>
        <p:txBody>
          <a:bodyPr/>
          <a:lstStyle/>
          <a:p>
            <a:r>
              <a:rPr lang="en-US"/>
              <a:t>Slide </a:t>
            </a:r>
            <a:fld id="{B7F1FE61-F696-4BC2-948F-7278C8C6DBB9}" type="slidenum">
              <a:rPr lang="en-US" smtClean="0"/>
              <a:t>24</a:t>
            </a:fld>
            <a:endParaRPr lang="en-US" dirty="0"/>
          </a:p>
        </p:txBody>
      </p:sp>
      <p:sp>
        <p:nvSpPr>
          <p:cNvPr id="2" name="Title 1">
            <a:extLst>
              <a:ext uri="{FF2B5EF4-FFF2-40B4-BE49-F238E27FC236}">
                <a16:creationId xmlns:a16="http://schemas.microsoft.com/office/drawing/2014/main" id="{42490D66-69B9-FCB3-4EE3-71E22ADE614D}"/>
              </a:ext>
            </a:extLst>
          </p:cNvPr>
          <p:cNvSpPr>
            <a:spLocks noGrp="1"/>
          </p:cNvSpPr>
          <p:nvPr>
            <p:ph type="title"/>
          </p:nvPr>
        </p:nvSpPr>
        <p:spPr/>
        <p:txBody>
          <a:bodyPr/>
          <a:lstStyle/>
          <a:p>
            <a:r>
              <a:rPr lang="en-US" dirty="0"/>
              <a:t>Resources</a:t>
            </a:r>
          </a:p>
        </p:txBody>
      </p:sp>
    </p:spTree>
    <p:extLst>
      <p:ext uri="{BB962C8B-B14F-4D97-AF65-F5344CB8AC3E}">
        <p14:creationId xmlns:p14="http://schemas.microsoft.com/office/powerpoint/2010/main" val="18690982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LOGOOPTIMIZATION" val="0"/>
  <p:tag name="PRESENTATIONFORMAT" val="2"/>
  <p:tag name="VERSINFO" val="EH1301"/>
  <p:tag name="LANGUAGE" val="1"/>
  <p:tag name="CLASSIFICATION" val="1"/>
</p:tagLst>
</file>

<file path=ppt/tags/tag2.xml><?xml version="1.0" encoding="utf-8"?>
<p:tagLst xmlns:a="http://schemas.openxmlformats.org/drawingml/2006/main" xmlns:r="http://schemas.openxmlformats.org/officeDocument/2006/relationships" xmlns:p="http://schemas.openxmlformats.org/presentationml/2006/main">
  <p:tag name="IMAGEFILE" val="ndomTitleImages\Service_01.jpg"/>
  <p:tag name="SHAPETYPE" val="imgTitleImage"/>
</p:tagLst>
</file>

<file path=ppt/theme/theme1.xml><?xml version="1.0" encoding="utf-8"?>
<a:theme xmlns:a="http://schemas.openxmlformats.org/drawingml/2006/main" name="E+H_OnScreen">
  <a:themeElements>
    <a:clrScheme name="E+H">
      <a:dk1>
        <a:srgbClr val="000000"/>
      </a:dk1>
      <a:lt1>
        <a:srgbClr val="FFFFFF"/>
      </a:lt1>
      <a:dk2>
        <a:srgbClr val="506671"/>
      </a:dk2>
      <a:lt2>
        <a:srgbClr val="009EE3"/>
      </a:lt2>
      <a:accent1>
        <a:srgbClr val="AED3E7"/>
      </a:accent1>
      <a:accent2>
        <a:srgbClr val="007CAA"/>
      </a:accent2>
      <a:accent3>
        <a:srgbClr val="00597A"/>
      </a:accent3>
      <a:accent4>
        <a:srgbClr val="009EE3"/>
      </a:accent4>
      <a:accent5>
        <a:srgbClr val="7B0040"/>
      </a:accent5>
      <a:accent6>
        <a:srgbClr val="506671"/>
      </a:accent6>
      <a:hlink>
        <a:srgbClr val="009EE3"/>
      </a:hlink>
      <a:folHlink>
        <a:srgbClr val="8FA2AC"/>
      </a:folHlink>
    </a:clrScheme>
    <a:fontScheme name="E+H Serif">
      <a:majorFont>
        <a:latin typeface="E+H Serif"/>
        <a:ea typeface=""/>
        <a:cs typeface=""/>
      </a:majorFont>
      <a:minorFont>
        <a:latin typeface="E+H Serif"/>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7CAA"/>
        </a:solidFill>
        <a:ln>
          <a:noFill/>
        </a:ln>
      </a:spPr>
      <a:bodyPr rtlCol="0" anchor="ctr"/>
      <a:lstStyle>
        <a:defPPr algn="ctr">
          <a:defRPr sz="2000" dirty="0" err="1" smtClean="0">
            <a:solidFill>
              <a:srgbClr val="FFFFFF"/>
            </a:solidFill>
            <a:latin typeface="E+H Sans" panose="020B040405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rgbClr val="007CAA"/>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algn="l">
          <a:defRPr sz="2000" dirty="0" err="1" smtClean="0">
            <a:latin typeface="E+H Serif" pitchFamily="18" charset="0"/>
          </a:defRPr>
        </a:defPPr>
      </a:lstStyle>
    </a:txDef>
  </a:objectDefaults>
  <a:extraClrSchemeLst>
    <a:extraClrScheme>
      <a:clrScheme name="Endress+Hauser">
        <a:dk1>
          <a:srgbClr val="000000"/>
        </a:dk1>
        <a:lt1>
          <a:srgbClr val="FFFFFF"/>
        </a:lt1>
        <a:dk2>
          <a:srgbClr val="506671"/>
        </a:dk2>
        <a:lt2>
          <a:srgbClr val="009EE3"/>
        </a:lt2>
        <a:accent1>
          <a:srgbClr val="AED3E7"/>
        </a:accent1>
        <a:accent2>
          <a:srgbClr val="007CAA"/>
        </a:accent2>
        <a:accent3>
          <a:srgbClr val="00597A"/>
        </a:accent3>
        <a:accent4>
          <a:srgbClr val="009EE3"/>
        </a:accent4>
        <a:accent5>
          <a:srgbClr val="7B0040"/>
        </a:accent5>
        <a:accent6>
          <a:srgbClr val="506671"/>
        </a:accent6>
        <a:hlink>
          <a:srgbClr val="009EE3"/>
        </a:hlink>
        <a:folHlink>
          <a:srgbClr val="8FA2AC"/>
        </a:folHlink>
      </a:clrScheme>
    </a:extraClrScheme>
  </a:extraClrSchemeLst>
  <a:extLst>
    <a:ext uri="{05A4C25C-085E-4340-85A3-A5531E510DB2}">
      <thm15:themeFamily xmlns:thm15="http://schemas.microsoft.com/office/thememl/2012/main" name="E+H_InitialSlideSet.potx" id="{DF54A69C-F914-4681-A195-F8A3284AFA9A}" vid="{3369E32C-92D1-4FDE-B296-649F141072C4}"/>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H Serif">
      <a:majorFont>
        <a:latin typeface="E+H Serif"/>
        <a:ea typeface=""/>
        <a:cs typeface="E+H Serif"/>
      </a:majorFont>
      <a:minorFont>
        <a:latin typeface="E+H Serif"/>
        <a:ea typeface=""/>
        <a:cs typeface="E+H Serif"/>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dirty="0">
            <a:latin typeface="E+H Serif" pitchFamily="18"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defRPr dirty="0">
            <a:latin typeface="E+H Serif" pitchFamily="18" charset="0"/>
          </a:defRPr>
        </a:defPPr>
      </a:lstStyle>
    </a:tx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E+H Serif">
      <a:majorFont>
        <a:latin typeface="E+H Serif"/>
        <a:ea typeface=""/>
        <a:cs typeface="E+H Serif"/>
      </a:majorFont>
      <a:minorFont>
        <a:latin typeface="E+H Serif"/>
        <a:ea typeface=""/>
        <a:cs typeface="E+H Serif"/>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dirty="0">
            <a:latin typeface="E+H Serif" pitchFamily="18"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defRPr dirty="0">
            <a:latin typeface="E+H Serif" pitchFamily="18" charset="0"/>
          </a:defRPr>
        </a:defPPr>
      </a:lstStyle>
    </a:tx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dlc_DocId xmlns="ff469461-7529-4054-b699-f189b0470135">JMTRRF7WE2PD-394290014-179107</_dlc_DocId>
    <_dlc_DocIdUrl xmlns="ff469461-7529-4054-b699-f189b0470135">
      <Url>https://endresshauser.sharepoint.com/teams/wg0002545/_layouts/15/DocIdRedir.aspx?ID=JMTRRF7WE2PD-394290014-179107</Url>
      <Description>JMTRRF7WE2PD-394290014-179107</Description>
    </_dlc_DocIdUrl>
    <lcf76f155ced4ddcb4097134ff3c332f xmlns="fd34c5d5-5d34-46ed-9bd0-fe73508393dd">
      <Terms xmlns="http://schemas.microsoft.com/office/infopath/2007/PartnerControls"/>
    </lcf76f155ced4ddcb4097134ff3c332f>
    <TaxKeywordTaxHTField xmlns="ff469461-7529-4054-b699-f189b0470135">
      <Terms xmlns="http://schemas.microsoft.com/office/infopath/2007/PartnerControls"/>
    </TaxKeywordTaxHTField>
    <TaxCatchAll xmlns="ff469461-7529-4054-b699-f189b047013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6EDC6CC76FF9184F853A569783F97413" ma:contentTypeVersion="22" ma:contentTypeDescription="Create a new document." ma:contentTypeScope="" ma:versionID="fafba55adc5922abf3c9c892f4cb72c7">
  <xsd:schema xmlns:xsd="http://www.w3.org/2001/XMLSchema" xmlns:xs="http://www.w3.org/2001/XMLSchema" xmlns:p="http://schemas.microsoft.com/office/2006/metadata/properties" xmlns:ns2="ff469461-7529-4054-b699-f189b0470135" xmlns:ns3="fd34c5d5-5d34-46ed-9bd0-fe73508393dd" targetNamespace="http://schemas.microsoft.com/office/2006/metadata/properties" ma:root="true" ma:fieldsID="060795adfc307ec5b186d3bc1ba667bf" ns2:_="" ns3:_="">
    <xsd:import namespace="ff469461-7529-4054-b699-f189b0470135"/>
    <xsd:import namespace="fd34c5d5-5d34-46ed-9bd0-fe73508393dd"/>
    <xsd:element name="properties">
      <xsd:complexType>
        <xsd:sequence>
          <xsd:element name="documentManagement">
            <xsd:complexType>
              <xsd:all>
                <xsd:element ref="ns2:_dlc_DocId" minOccurs="0"/>
                <xsd:element ref="ns2:_dlc_DocIdUrl" minOccurs="0"/>
                <xsd:element ref="ns2:_dlc_DocIdPersistId" minOccurs="0"/>
                <xsd:element ref="ns2:TaxKeywordTaxHTField" minOccurs="0"/>
                <xsd:element ref="ns2:TaxCatchAll" minOccurs="0"/>
                <xsd:element ref="ns3:MediaServiceMetadata" minOccurs="0"/>
                <xsd:element ref="ns3:MediaServiceFastMetadata" minOccurs="0"/>
                <xsd:element ref="ns3:MediaServiceAutoKeyPoints" minOccurs="0"/>
                <xsd:element ref="ns3:MediaServiceKeyPoints" minOccurs="0"/>
                <xsd:element ref="ns3:MediaServiceGenerationTime" minOccurs="0"/>
                <xsd:element ref="ns3:MediaServiceEventHashCode" minOccurs="0"/>
                <xsd:element ref="ns3:lcf76f155ced4ddcb4097134ff3c332f" minOccurs="0"/>
                <xsd:element ref="ns3:MediaServiceOCR" minOccurs="0"/>
                <xsd:element ref="ns3:MediaServiceDateTaken" minOccurs="0"/>
                <xsd:element ref="ns3:MediaLengthInSeconds" minOccurs="0"/>
                <xsd:element ref="ns3:MediaServiceLocation" minOccurs="0"/>
                <xsd:element ref="ns2:SharedWithUsers" minOccurs="0"/>
                <xsd:element ref="ns2:SharedWithDetails"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469461-7529-4054-b699-f189b0470135"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dexed="true"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TaxKeywordTaxHTField" ma:index="12" nillable="true" ma:taxonomy="true" ma:internalName="TaxKeywordTaxHTField" ma:taxonomyFieldName="TaxKeyword" ma:displayName="Tags" ma:fieldId="{23f27201-bee3-471e-b2e7-b64fd8b7ca38}" ma:taxonomyMulti="true" ma:sspId="c6465ffd-3483-425a-9bf3-5cb225f4cc5f" ma:termSetId="00000000-0000-0000-0000-000000000000" ma:anchorId="00000000-0000-0000-0000-000000000000" ma:open="true" ma:isKeyword="true">
      <xsd:complexType>
        <xsd:sequence>
          <xsd:element ref="pc:Terms" minOccurs="0" maxOccurs="1"/>
        </xsd:sequence>
      </xsd:complexType>
    </xsd:element>
    <xsd:element name="TaxCatchAll" ma:index="13" nillable="true" ma:displayName="Taxonomy Catch All Column" ma:hidden="true" ma:list="{09649c06-1b9c-48a3-bb07-3f572e4e6146}" ma:internalName="TaxCatchAll" ma:showField="CatchAllData" ma:web="ff469461-7529-4054-b699-f189b0470135">
      <xsd:complexType>
        <xsd:complexContent>
          <xsd:extension base="dms:MultiChoiceLookup">
            <xsd:sequence>
              <xsd:element name="Value" type="dms:Lookup" maxOccurs="unbounded" minOccurs="0" nillable="true"/>
            </xsd:sequence>
          </xsd:extension>
        </xsd:complexContent>
      </xsd:complexType>
    </xsd:element>
    <xsd:element name="SharedWithUsers" ma:index="2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7"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fd34c5d5-5d34-46ed-9bd0-fe73508393dd" elementFormDefault="qualified">
    <xsd:import namespace="http://schemas.microsoft.com/office/2006/documentManagement/types"/>
    <xsd:import namespace="http://schemas.microsoft.com/office/infopath/2007/PartnerControls"/>
    <xsd:element name="MediaServiceMetadata" ma:index="14" nillable="true" ma:displayName="MediaServiceMetadata" ma:hidden="true" ma:internalName="MediaServiceMetadata" ma:readOnly="true">
      <xsd:simpleType>
        <xsd:restriction base="dms:Note"/>
      </xsd:simpleType>
    </xsd:element>
    <xsd:element name="MediaServiceFastMetadata" ma:index="15" nillable="true" ma:displayName="MediaServiceFastMetadata" ma:hidden="true" ma:internalName="MediaServiceFastMetadata" ma:readOnly="true">
      <xsd:simpleType>
        <xsd:restriction base="dms:Note"/>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c6465ffd-3483-425a-9bf3-5cb225f4cc5f" ma:termSetId="09814cd3-568e-fe90-9814-8d621ff8fb84" ma:anchorId="fba54fb3-c3e1-fe81-a776-ca4b69148c4d" ma:open="true" ma:isKeyword="false">
      <xsd:complexType>
        <xsd:sequence>
          <xsd:element ref="pc:Terms" minOccurs="0" maxOccurs="1"/>
        </xsd:sequence>
      </xsd:complexType>
    </xsd:element>
    <xsd:element name="MediaServiceOCR" ma:index="22" nillable="true" ma:displayName="Extracted Text" ma:internalName="MediaServiceOCR" ma:readOnly="true">
      <xsd:simpleType>
        <xsd:restriction base="dms:Note">
          <xsd:maxLength value="255"/>
        </xsd:restriction>
      </xsd:simpleType>
    </xsd:element>
    <xsd:element name="MediaServiceDateTaken" ma:index="23" nillable="true" ma:displayName="MediaServiceDateTaken" ma:hidden="true" ma:internalName="MediaServiceDateTaken"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Location" ma:index="25" nillable="true" ma:displayName="Location" ma:internalName="MediaServiceLocation" ma:readOnly="true">
      <xsd:simpleType>
        <xsd:restriction base="dms:Text"/>
      </xsd:simpleType>
    </xsd:element>
    <xsd:element name="MediaServiceObjectDetectorVersions" ma:index="28"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4.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Props1.xml><?xml version="1.0" encoding="utf-8"?>
<ds:datastoreItem xmlns:ds="http://schemas.openxmlformats.org/officeDocument/2006/customXml" ds:itemID="{A6D3E88B-1A5A-4B73-80E5-69C18FD07D34}">
  <ds:schemaRefs>
    <ds:schemaRef ds:uri="http://schemas.microsoft.com/sharepoint/v3/contenttype/forms"/>
  </ds:schemaRefs>
</ds:datastoreItem>
</file>

<file path=customXml/itemProps2.xml><?xml version="1.0" encoding="utf-8"?>
<ds:datastoreItem xmlns:ds="http://schemas.openxmlformats.org/officeDocument/2006/customXml" ds:itemID="{BDDCD54E-E6D4-44B7-9C63-36A87B0BC892}">
  <ds:schemaRefs>
    <ds:schemaRef ds:uri="http://schemas.microsoft.com/office/2006/documentManagement/types"/>
    <ds:schemaRef ds:uri="http://purl.org/dc/terms/"/>
    <ds:schemaRef ds:uri="http://schemas.microsoft.com/office/2006/metadata/properties"/>
    <ds:schemaRef ds:uri="http://purl.org/dc/elements/1.1/"/>
    <ds:schemaRef ds:uri="http://schemas.openxmlformats.org/package/2006/metadata/core-properties"/>
    <ds:schemaRef ds:uri="fd34c5d5-5d34-46ed-9bd0-fe73508393dd"/>
    <ds:schemaRef ds:uri="http://purl.org/dc/dcmitype/"/>
    <ds:schemaRef ds:uri="http://schemas.microsoft.com/office/infopath/2007/PartnerControls"/>
    <ds:schemaRef ds:uri="ff469461-7529-4054-b699-f189b0470135"/>
    <ds:schemaRef ds:uri="http://www.w3.org/XML/1998/namespace"/>
  </ds:schemaRefs>
</ds:datastoreItem>
</file>

<file path=customXml/itemProps3.xml><?xml version="1.0" encoding="utf-8"?>
<ds:datastoreItem xmlns:ds="http://schemas.openxmlformats.org/officeDocument/2006/customXml" ds:itemID="{9DFD6D4B-0724-4B51-A318-8F6196A403F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469461-7529-4054-b699-f189b0470135"/>
    <ds:schemaRef ds:uri="fd34c5d5-5d34-46ed-9bd0-fe73508393d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4.xml><?xml version="1.0" encoding="utf-8"?>
<ds:datastoreItem xmlns:ds="http://schemas.openxmlformats.org/officeDocument/2006/customXml" ds:itemID="{AE2F94C8-66CF-41ED-818B-048931D25A1F}">
  <ds:schemaRefs>
    <ds:schemaRef ds:uri="http://schemas.microsoft.com/sharepoint/events"/>
  </ds:schemaRefs>
</ds:datastoreItem>
</file>

<file path=docMetadata/LabelInfo.xml><?xml version="1.0" encoding="utf-8"?>
<clbl:labelList xmlns:clbl="http://schemas.microsoft.com/office/2020/mipLabelMetadata">
  <clbl:label id="{2988f0a4-524a-45f2-829d-417725fa4957}" enabled="1" method="Standard" siteId="{52daf2a9-3b73-4da4-ac6a-3f81adc92b7e}" removed="0"/>
</clbl:labelList>
</file>

<file path=docProps/app.xml><?xml version="1.0" encoding="utf-8"?>
<Properties xmlns="http://schemas.openxmlformats.org/officeDocument/2006/extended-properties" xmlns:vt="http://schemas.openxmlformats.org/officeDocument/2006/docPropsVTypes">
  <Template>E+H_InitialSlideSet</Template>
  <TotalTime>0</TotalTime>
  <Words>1861</Words>
  <Application>Microsoft Office PowerPoint</Application>
  <PresentationFormat>Widescreen</PresentationFormat>
  <Paragraphs>248</Paragraphs>
  <Slides>24</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E+H Sans</vt:lpstr>
      <vt:lpstr>E+H Serif</vt:lpstr>
      <vt:lpstr>Wingdings</vt:lpstr>
      <vt:lpstr>E+H_OnScreen</vt:lpstr>
      <vt:lpstr>L5X Automation Build Tool</vt:lpstr>
      <vt:lpstr>Outline</vt:lpstr>
      <vt:lpstr>Project Necessity</vt:lpstr>
      <vt:lpstr>Requirements</vt:lpstr>
      <vt:lpstr>Design Timeline</vt:lpstr>
      <vt:lpstr>System Architecture</vt:lpstr>
      <vt:lpstr>Core Class Functionality-Data &amp; Business Logic Layer</vt:lpstr>
      <vt:lpstr>Core Class Functionality – Presentation Layer</vt:lpstr>
      <vt:lpstr>Major Code Refactor</vt:lpstr>
      <vt:lpstr>GUI Displays Flowchart</vt:lpstr>
      <vt:lpstr>GUI Displays Flowchart</vt:lpstr>
      <vt:lpstr>New File Pathing</vt:lpstr>
      <vt:lpstr>New File Pathing</vt:lpstr>
      <vt:lpstr>New File Pathing</vt:lpstr>
      <vt:lpstr>New File Pathing</vt:lpstr>
      <vt:lpstr>New File Pathing</vt:lpstr>
      <vt:lpstr>New File Pathing</vt:lpstr>
      <vt:lpstr>Test Structure &amp; Tools</vt:lpstr>
      <vt:lpstr>Test Results</vt:lpstr>
      <vt:lpstr>Application Demo</vt:lpstr>
      <vt:lpstr>Lessons Learned</vt:lpstr>
      <vt:lpstr>Conclusion</vt:lpstr>
      <vt:lpstr>PowerPoint Presentation</vt:lpstr>
      <vt:lpstr>Resources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Corbin Ferguson</dc:creator>
  <cp:lastModifiedBy>Corbin Ferguson</cp:lastModifiedBy>
  <cp:revision>2</cp:revision>
  <dcterms:created xsi:type="dcterms:W3CDTF">2026-03-13T19:08:37Z</dcterms:created>
  <dcterms:modified xsi:type="dcterms:W3CDTF">2026-04-01T00:13:58Z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0x0101006EDC6CC76FF9184F853A569783F97413</vt:lpwstr>
  </property>
  <property fmtid="{D5CDD505-2E9C-101B-9397-08002B2CF9AE}" pid="3" name="_dlc_DocIdItemGuid">
    <vt:lpwstr>7a429d67-a513-432f-98ef-974a629e7ed5</vt:lpwstr>
  </property>
  <property fmtid="{D5CDD505-2E9C-101B-9397-08002B2CF9AE}" pid="4" name="TaxKeyword">
    <vt:lpwstr/>
  </property>
</Properties>
</file>