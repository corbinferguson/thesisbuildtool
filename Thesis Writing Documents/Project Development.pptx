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2.xml" ContentType="application/vnd.openxmlformats-officedocument.presentationml.tags+xml"/>
  <Override PartName="/ppt/comments/modernComment_7FF64E2C_E0829901.xml" ContentType="application/vnd.ms-powerpoint.comments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</p:sldMasterIdLst>
  <p:notesMasterIdLst>
    <p:notesMasterId r:id="rId25"/>
  </p:notesMasterIdLst>
  <p:handoutMasterIdLst>
    <p:handoutMasterId r:id="rId26"/>
  </p:handoutMasterIdLst>
  <p:sldIdLst>
    <p:sldId id="256" r:id="rId6"/>
    <p:sldId id="2146848302" r:id="rId7"/>
    <p:sldId id="257" r:id="rId8"/>
    <p:sldId id="2146848304" r:id="rId9"/>
    <p:sldId id="2146848305" r:id="rId10"/>
    <p:sldId id="2146848306" r:id="rId11"/>
    <p:sldId id="2146848303" r:id="rId12"/>
    <p:sldId id="2146848316" r:id="rId13"/>
    <p:sldId id="2146848317" r:id="rId14"/>
    <p:sldId id="2146848307" r:id="rId15"/>
    <p:sldId id="2146848308" r:id="rId16"/>
    <p:sldId id="2146848309" r:id="rId17"/>
    <p:sldId id="2146848311" r:id="rId18"/>
    <p:sldId id="2146848310" r:id="rId19"/>
    <p:sldId id="2146848300" r:id="rId20"/>
    <p:sldId id="2146848312" r:id="rId21"/>
    <p:sldId id="2146848314" r:id="rId22"/>
    <p:sldId id="2146848313" r:id="rId23"/>
    <p:sldId id="2146848315" r:id="rId24"/>
  </p:sldIdLst>
  <p:sldSz cx="12192000" cy="6858000"/>
  <p:notesSz cx="6800850" cy="9926638"/>
  <p:custDataLst>
    <p:tags r:id="rId27"/>
  </p:custDataLst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E+H Serif" pitchFamily="2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E+H Serif" pitchFamily="2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E+H Serif" pitchFamily="2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E+H Serif" pitchFamily="2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E+H Serif" pitchFamily="2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E+H Serif" pitchFamily="2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E+H Serif" pitchFamily="2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E+H Serif" pitchFamily="2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E+H Serif" pitchFamily="2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31" userDrawn="1">
          <p15:clr>
            <a:srgbClr val="A4A3A4"/>
          </p15:clr>
        </p15:guide>
        <p15:guide id="2" orient="horz" pos="3838">
          <p15:clr>
            <a:srgbClr val="A4A3A4"/>
          </p15:clr>
        </p15:guide>
        <p15:guide id="3" pos="7469" userDrawn="1">
          <p15:clr>
            <a:srgbClr val="A4A3A4"/>
          </p15:clr>
        </p15:guide>
        <p15:guide id="5" pos="630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6">
          <p15:clr>
            <a:srgbClr val="A4A3A4"/>
          </p15:clr>
        </p15:guide>
        <p15:guide id="2" pos="2142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5CB79AA-8EBF-1E57-EC02-8B657B2EB377}" name="Corbin Ferguson" initials="CF" userId="S::corbin.ferguson@endress.com::34a864e2-e65e-4cb2-823c-dc28f73f0e4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 frameSlides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CF0"/>
    <a:srgbClr val="FFFFFF"/>
    <a:srgbClr val="C3CE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0E03B4B-CC56-43F1-8F18-BCA697229170}" v="263" dt="2026-03-16T16:46:06.936"/>
  </p1510:revLst>
</p1510:revInfo>
</file>

<file path=ppt/tableStyles.xml><?xml version="1.0" encoding="utf-8"?>
<a:tblStyleLst xmlns:a="http://schemas.openxmlformats.org/drawingml/2006/main" def="{DB7B71D2-CA9A-4C58-AE14-4B1EE718D6E4}">
  <a:tblStyle styleId="{DB7B71D2-CA9A-4C58-AE14-4B1EE718D6E4}" styleName="E+H">
    <a:tblBg>
      <a:effect>
        <a:effectLst/>
      </a:effect>
    </a:tblBg>
    <a:wholeTbl>
      <a:tcTxStyle b="off" i="off">
        <a:fontRef idx="minor"/>
        <a:schemeClr val="dk1"/>
      </a:tcTxStyle>
      <a:tcStyle>
        <a:tcBdr>
          <a:left>
            <a:ln w="12700">
              <a:solidFill>
                <a:schemeClr val="lt1"/>
              </a:solidFill>
              <a:prstDash val="solid"/>
            </a:ln>
          </a:left>
          <a:right>
            <a:ln w="12700">
              <a:solidFill>
                <a:schemeClr val="lt1"/>
              </a:solidFill>
              <a:prstDash val="solid"/>
            </a:ln>
          </a:right>
          <a:top>
            <a:ln w="12700">
              <a:solidFill>
                <a:schemeClr val="lt1"/>
              </a:solidFill>
              <a:prstDash val="solid"/>
            </a:ln>
          </a:top>
          <a:bottom>
            <a:ln w="12700">
              <a:solidFill>
                <a:schemeClr val="lt1"/>
              </a:solidFill>
              <a:prstDash val="solid"/>
            </a:ln>
          </a:bottom>
          <a:insideH>
            <a:ln w="12700">
              <a:solidFill>
                <a:schemeClr val="lt1"/>
              </a:solidFill>
              <a:prstDash val="solid"/>
            </a:ln>
          </a:insideH>
          <a:insideV>
            <a:ln w="12700">
              <a:solidFill>
                <a:schemeClr val="lt1"/>
              </a:solidFill>
              <a:prstDash val="solid"/>
            </a:ln>
          </a:insideV>
          <a:tl2br>
            <a:ln>
              <a:noFill/>
            </a:ln>
          </a:tl2br>
          <a:tr2bl>
            <a:ln>
              <a:noFill/>
            </a:ln>
          </a:tr2bl>
        </a:tcBdr>
        <a:fill>
          <a:noFill/>
        </a:fill>
      </a:tcStyle>
    </a:wholeTbl>
    <a:band1H>
      <a:tcTxStyle b="off" i="off">
        <a:fontRef idx="minor"/>
        <a:schemeClr val="dk1"/>
      </a:tcTxStyle>
      <a:tcStyle>
        <a:tcBdr/>
        <a:fill>
          <a:solidFill>
            <a:srgbClr val="E6ECF0"/>
          </a:solidFill>
        </a:fill>
      </a:tcStyle>
    </a:band1H>
    <a:band2H>
      <a:tcTxStyle b="off" i="off">
        <a:fontRef idx="minor"/>
        <a:schemeClr val="dk1"/>
      </a:tcTxStyle>
      <a:tcStyle>
        <a:tcBdr/>
        <a:fill>
          <a:solidFill>
            <a:srgbClr val="C3CED5"/>
          </a:solidFill>
        </a:fill>
      </a:tcStyle>
    </a:band2H>
    <a:band1V>
      <a:tcTxStyle b="off" i="off">
        <a:fontRef idx="minor"/>
        <a:schemeClr val="dk1"/>
      </a:tcTxStyle>
      <a:tcStyle>
        <a:tcBdr/>
        <a:fill>
          <a:solidFill>
            <a:srgbClr val="E6ECF0"/>
          </a:solidFill>
        </a:fill>
      </a:tcStyle>
    </a:band1V>
    <a:band2V>
      <a:tcTxStyle b="off" i="off">
        <a:fontRef idx="minor"/>
        <a:schemeClr val="dk1"/>
      </a:tcTxStyle>
      <a:tcStyle>
        <a:tcBdr/>
        <a:fill>
          <a:solidFill>
            <a:srgbClr val="C3CED5"/>
          </a:solidFill>
        </a:fill>
      </a:tcStyle>
    </a:band2V>
    <a:lastCol>
      <a:tcTxStyle b="off" i="off">
        <a:fontRef idx="minor"/>
        <a:schemeClr val="dk1"/>
      </a:tcTxStyle>
      <a:tcStyle>
        <a:tcBdr/>
        <a:fill>
          <a:noFill/>
        </a:fill>
      </a:tcStyle>
    </a:lastCol>
    <a:firstCol>
      <a:tcTxStyle b="off" i="off">
        <a:fontRef idx="minor"/>
        <a:schemeClr val="dk1"/>
      </a:tcTxStyle>
      <a:tcStyle>
        <a:tcBdr/>
        <a:fill>
          <a:noFill/>
        </a:fill>
      </a:tcStyle>
    </a:firstCol>
    <a:lastRow>
      <a:tcTxStyle b="on" i="off">
        <a:fontRef idx="minor"/>
        <a:schemeClr val="dk1"/>
      </a:tcTxStyle>
      <a:tcStyle>
        <a:tcBdr/>
        <a:fill>
          <a:solidFill>
            <a:srgbClr val="8FA2AC"/>
          </a:solidFill>
        </a:fill>
      </a:tcStyle>
    </a:lastRow>
    <a:firstRow>
      <a:tcTxStyle b="on" i="off">
        <a:fontRef idx="minor"/>
        <a:schemeClr val="dk1"/>
      </a:tcTxStyle>
      <a:tcStyle>
        <a:tcBdr/>
        <a:fill>
          <a:solidFill>
            <a:srgbClr val="8FA2AC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25" autoAdjust="0"/>
    <p:restoredTop sz="94598" autoAdjust="0"/>
  </p:normalViewPr>
  <p:slideViewPr>
    <p:cSldViewPr snapToGrid="0">
      <p:cViewPr varScale="1">
        <p:scale>
          <a:sx n="82" d="100"/>
          <a:sy n="82" d="100"/>
        </p:scale>
        <p:origin x="126" y="504"/>
      </p:cViewPr>
      <p:guideLst>
        <p:guide orient="horz" pos="731"/>
        <p:guide orient="horz" pos="3838"/>
        <p:guide pos="7469"/>
        <p:guide pos="630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90" d="100"/>
          <a:sy n="90" d="100"/>
        </p:scale>
        <p:origin x="-3744" y="-114"/>
      </p:cViewPr>
      <p:guideLst>
        <p:guide orient="horz" pos="3126"/>
        <p:guide pos="2142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34" Type="http://schemas.microsoft.com/office/2018/10/relationships/authors" Target="author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notesMaster" Target="notesMasters/notesMaster1.xml"/><Relationship Id="rId33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microsoft.com/office/2016/11/relationships/changesInfo" Target="changesInfos/changesInfo1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presProps" Target="presProp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tableStyles" Target="tableStyles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tags" Target="tags/tag1.xml"/><Relationship Id="rId30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rbin Ferguson" userId="34a864e2-e65e-4cb2-823c-dc28f73f0e40" providerId="ADAL" clId="{8D2D96CF-1319-4CCC-9EA9-073445628049}"/>
    <pc:docChg chg="undo custSel addSld modSld sldOrd">
      <pc:chgData name="Corbin Ferguson" userId="34a864e2-e65e-4cb2-823c-dc28f73f0e40" providerId="ADAL" clId="{8D2D96CF-1319-4CCC-9EA9-073445628049}" dt="2026-03-16T16:46:09.342" v="1562" actId="26606"/>
      <pc:docMkLst>
        <pc:docMk/>
      </pc:docMkLst>
      <pc:sldChg chg="modSp mod">
        <pc:chgData name="Corbin Ferguson" userId="34a864e2-e65e-4cb2-823c-dc28f73f0e40" providerId="ADAL" clId="{8D2D96CF-1319-4CCC-9EA9-073445628049}" dt="2026-03-16T14:58:23.802" v="1005" actId="20577"/>
        <pc:sldMkLst>
          <pc:docMk/>
          <pc:sldMk cId="1806041311" sldId="256"/>
        </pc:sldMkLst>
        <pc:spChg chg="mod">
          <ac:chgData name="Corbin Ferguson" userId="34a864e2-e65e-4cb2-823c-dc28f73f0e40" providerId="ADAL" clId="{8D2D96CF-1319-4CCC-9EA9-073445628049}" dt="2026-03-16T14:58:23.802" v="1005" actId="20577"/>
          <ac:spMkLst>
            <pc:docMk/>
            <pc:sldMk cId="1806041311" sldId="256"/>
            <ac:spMk id="7" creationId="{05DBE8C5-106F-9E45-96DE-92C740078C67}"/>
          </ac:spMkLst>
        </pc:spChg>
      </pc:sldChg>
      <pc:sldChg chg="addSp delSp modSp mod">
        <pc:chgData name="Corbin Ferguson" userId="34a864e2-e65e-4cb2-823c-dc28f73f0e40" providerId="ADAL" clId="{8D2D96CF-1319-4CCC-9EA9-073445628049}" dt="2026-03-16T15:01:20.713" v="1025" actId="732"/>
        <pc:sldMkLst>
          <pc:docMk/>
          <pc:sldMk cId="463964235" sldId="257"/>
        </pc:sldMkLst>
        <pc:picChg chg="del mod">
          <ac:chgData name="Corbin Ferguson" userId="34a864e2-e65e-4cb2-823c-dc28f73f0e40" providerId="ADAL" clId="{8D2D96CF-1319-4CCC-9EA9-073445628049}" dt="2026-03-16T15:00:14.797" v="1011" actId="478"/>
          <ac:picMkLst>
            <pc:docMk/>
            <pc:sldMk cId="463964235" sldId="257"/>
            <ac:picMk id="9" creationId="{1BC88699-DDD8-5B47-A357-650F499C3E03}"/>
          </ac:picMkLst>
        </pc:picChg>
        <pc:picChg chg="add mod">
          <ac:chgData name="Corbin Ferguson" userId="34a864e2-e65e-4cb2-823c-dc28f73f0e40" providerId="ADAL" clId="{8D2D96CF-1319-4CCC-9EA9-073445628049}" dt="2026-03-16T15:01:11.847" v="1024" actId="1076"/>
          <ac:picMkLst>
            <pc:docMk/>
            <pc:sldMk cId="463964235" sldId="257"/>
            <ac:picMk id="1028" creationId="{6C86E4AC-1B5D-4CB7-A176-9C365C540E23}"/>
          </ac:picMkLst>
        </pc:picChg>
        <pc:picChg chg="add mod">
          <ac:chgData name="Corbin Ferguson" userId="34a864e2-e65e-4cb2-823c-dc28f73f0e40" providerId="ADAL" clId="{8D2D96CF-1319-4CCC-9EA9-073445628049}" dt="2026-03-16T15:01:20.713" v="1025" actId="732"/>
          <ac:picMkLst>
            <pc:docMk/>
            <pc:sldMk cId="463964235" sldId="257"/>
            <ac:picMk id="1030" creationId="{84E072FF-ABEC-64D2-234E-9A5158069A12}"/>
          </ac:picMkLst>
        </pc:picChg>
      </pc:sldChg>
      <pc:sldChg chg="modSp mod">
        <pc:chgData name="Corbin Ferguson" userId="34a864e2-e65e-4cb2-823c-dc28f73f0e40" providerId="ADAL" clId="{8D2D96CF-1319-4CCC-9EA9-073445628049}" dt="2026-03-16T15:13:05.111" v="1343" actId="20577"/>
        <pc:sldMkLst>
          <pc:docMk/>
          <pc:sldMk cId="3766655233" sldId="2146848300"/>
        </pc:sldMkLst>
        <pc:spChg chg="mod">
          <ac:chgData name="Corbin Ferguson" userId="34a864e2-e65e-4cb2-823c-dc28f73f0e40" providerId="ADAL" clId="{8D2D96CF-1319-4CCC-9EA9-073445628049}" dt="2026-03-16T15:13:05.111" v="1343" actId="20577"/>
          <ac:spMkLst>
            <pc:docMk/>
            <pc:sldMk cId="3766655233" sldId="2146848300"/>
            <ac:spMk id="3" creationId="{69166F1D-356D-D430-8690-D44E331BF4F9}"/>
          </ac:spMkLst>
        </pc:spChg>
      </pc:sldChg>
      <pc:sldChg chg="modSp mod">
        <pc:chgData name="Corbin Ferguson" userId="34a864e2-e65e-4cb2-823c-dc28f73f0e40" providerId="ADAL" clId="{8D2D96CF-1319-4CCC-9EA9-073445628049}" dt="2026-03-16T15:06:18.204" v="1136" actId="20577"/>
        <pc:sldMkLst>
          <pc:docMk/>
          <pc:sldMk cId="189939056" sldId="2146848304"/>
        </pc:sldMkLst>
        <pc:spChg chg="mod">
          <ac:chgData name="Corbin Ferguson" userId="34a864e2-e65e-4cb2-823c-dc28f73f0e40" providerId="ADAL" clId="{8D2D96CF-1319-4CCC-9EA9-073445628049}" dt="2026-03-16T15:06:18.204" v="1136" actId="20577"/>
          <ac:spMkLst>
            <pc:docMk/>
            <pc:sldMk cId="189939056" sldId="2146848304"/>
            <ac:spMk id="13" creationId="{4B3CDBD9-BD4E-E7E3-A1E9-2D692BAA1734}"/>
          </ac:spMkLst>
        </pc:spChg>
      </pc:sldChg>
      <pc:sldChg chg="modSp mod">
        <pc:chgData name="Corbin Ferguson" userId="34a864e2-e65e-4cb2-823c-dc28f73f0e40" providerId="ADAL" clId="{8D2D96CF-1319-4CCC-9EA9-073445628049}" dt="2026-03-16T15:02:46.111" v="1042" actId="20577"/>
        <pc:sldMkLst>
          <pc:docMk/>
          <pc:sldMk cId="2928641305" sldId="2146848305"/>
        </pc:sldMkLst>
        <pc:spChg chg="mod">
          <ac:chgData name="Corbin Ferguson" userId="34a864e2-e65e-4cb2-823c-dc28f73f0e40" providerId="ADAL" clId="{8D2D96CF-1319-4CCC-9EA9-073445628049}" dt="2026-03-16T15:02:46.111" v="1042" actId="20577"/>
          <ac:spMkLst>
            <pc:docMk/>
            <pc:sldMk cId="2928641305" sldId="2146848305"/>
            <ac:spMk id="2" creationId="{A59311E1-2F3C-706B-E772-4C7FF4CB0DFD}"/>
          </ac:spMkLst>
        </pc:spChg>
      </pc:sldChg>
      <pc:sldChg chg="modSp mod">
        <pc:chgData name="Corbin Ferguson" userId="34a864e2-e65e-4cb2-823c-dc28f73f0e40" providerId="ADAL" clId="{8D2D96CF-1319-4CCC-9EA9-073445628049}" dt="2026-03-16T14:38:49.156" v="491" actId="20577"/>
        <pc:sldMkLst>
          <pc:docMk/>
          <pc:sldMk cId="364984994" sldId="2146848306"/>
        </pc:sldMkLst>
        <pc:spChg chg="mod">
          <ac:chgData name="Corbin Ferguson" userId="34a864e2-e65e-4cb2-823c-dc28f73f0e40" providerId="ADAL" clId="{8D2D96CF-1319-4CCC-9EA9-073445628049}" dt="2026-03-16T14:38:49.156" v="491" actId="20577"/>
          <ac:spMkLst>
            <pc:docMk/>
            <pc:sldMk cId="364984994" sldId="2146848306"/>
            <ac:spMk id="13" creationId="{ED6C0032-109D-5E6D-74D4-9A87B9B556F0}"/>
          </ac:spMkLst>
        </pc:spChg>
      </pc:sldChg>
      <pc:sldChg chg="modSp mod">
        <pc:chgData name="Corbin Ferguson" userId="34a864e2-e65e-4cb2-823c-dc28f73f0e40" providerId="ADAL" clId="{8D2D96CF-1319-4CCC-9EA9-073445628049}" dt="2026-03-16T14:42:17.759" v="600" actId="20577"/>
        <pc:sldMkLst>
          <pc:docMk/>
          <pc:sldMk cId="1957245743" sldId="2146848310"/>
        </pc:sldMkLst>
        <pc:spChg chg="mod">
          <ac:chgData name="Corbin Ferguson" userId="34a864e2-e65e-4cb2-823c-dc28f73f0e40" providerId="ADAL" clId="{8D2D96CF-1319-4CCC-9EA9-073445628049}" dt="2026-03-16T14:42:17.759" v="600" actId="20577"/>
          <ac:spMkLst>
            <pc:docMk/>
            <pc:sldMk cId="1957245743" sldId="2146848310"/>
            <ac:spMk id="13" creationId="{1EC16664-E325-8471-1AD8-B488025297CB}"/>
          </ac:spMkLst>
        </pc:spChg>
      </pc:sldChg>
      <pc:sldChg chg="addSp modSp mod modClrScheme chgLayout">
        <pc:chgData name="Corbin Ferguson" userId="34a864e2-e65e-4cb2-823c-dc28f73f0e40" providerId="ADAL" clId="{8D2D96CF-1319-4CCC-9EA9-073445628049}" dt="2026-03-16T15:08:24.308" v="1176" actId="20577"/>
        <pc:sldMkLst>
          <pc:docMk/>
          <pc:sldMk cId="765330338" sldId="2146848311"/>
        </pc:sldMkLst>
        <pc:spChg chg="mod ord">
          <ac:chgData name="Corbin Ferguson" userId="34a864e2-e65e-4cb2-823c-dc28f73f0e40" providerId="ADAL" clId="{8D2D96CF-1319-4CCC-9EA9-073445628049}" dt="2026-03-16T15:08:11.545" v="1166" actId="700"/>
          <ac:spMkLst>
            <pc:docMk/>
            <pc:sldMk cId="765330338" sldId="2146848311"/>
            <ac:spMk id="2" creationId="{39A6CDB0-B34B-8995-0E8B-C319A922B5B3}"/>
          </ac:spMkLst>
        </pc:spChg>
        <pc:spChg chg="add mod ord">
          <ac:chgData name="Corbin Ferguson" userId="34a864e2-e65e-4cb2-823c-dc28f73f0e40" providerId="ADAL" clId="{8D2D96CF-1319-4CCC-9EA9-073445628049}" dt="2026-03-16T15:08:24.308" v="1176" actId="20577"/>
          <ac:spMkLst>
            <pc:docMk/>
            <pc:sldMk cId="765330338" sldId="2146848311"/>
            <ac:spMk id="3" creationId="{63F6E7F2-C333-13E7-6A23-E317DC8149B0}"/>
          </ac:spMkLst>
        </pc:spChg>
        <pc:spChg chg="mod ord">
          <ac:chgData name="Corbin Ferguson" userId="34a864e2-e65e-4cb2-823c-dc28f73f0e40" providerId="ADAL" clId="{8D2D96CF-1319-4CCC-9EA9-073445628049}" dt="2026-03-16T15:08:11.545" v="1166" actId="700"/>
          <ac:spMkLst>
            <pc:docMk/>
            <pc:sldMk cId="765330338" sldId="2146848311"/>
            <ac:spMk id="4" creationId="{00FFBEF8-5E91-2668-D8BE-7A069006F3AD}"/>
          </ac:spMkLst>
        </pc:spChg>
        <pc:spChg chg="mod ord">
          <ac:chgData name="Corbin Ferguson" userId="34a864e2-e65e-4cb2-823c-dc28f73f0e40" providerId="ADAL" clId="{8D2D96CF-1319-4CCC-9EA9-073445628049}" dt="2026-03-16T15:08:11.545" v="1166" actId="700"/>
          <ac:spMkLst>
            <pc:docMk/>
            <pc:sldMk cId="765330338" sldId="2146848311"/>
            <ac:spMk id="7" creationId="{F24A93D2-C404-5313-F354-72800B3D775A}"/>
          </ac:spMkLst>
        </pc:spChg>
        <pc:spChg chg="mod ord">
          <ac:chgData name="Corbin Ferguson" userId="34a864e2-e65e-4cb2-823c-dc28f73f0e40" providerId="ADAL" clId="{8D2D96CF-1319-4CCC-9EA9-073445628049}" dt="2026-03-16T15:08:11.545" v="1166" actId="700"/>
          <ac:spMkLst>
            <pc:docMk/>
            <pc:sldMk cId="765330338" sldId="2146848311"/>
            <ac:spMk id="8" creationId="{0399E63B-65A1-3030-DC23-CA1AF7150CCF}"/>
          </ac:spMkLst>
        </pc:spChg>
      </pc:sldChg>
      <pc:sldChg chg="modSp mod">
        <pc:chgData name="Corbin Ferguson" userId="34a864e2-e65e-4cb2-823c-dc28f73f0e40" providerId="ADAL" clId="{8D2D96CF-1319-4CCC-9EA9-073445628049}" dt="2026-03-16T15:07:15.312" v="1165" actId="20577"/>
        <pc:sldMkLst>
          <pc:docMk/>
          <pc:sldMk cId="785037573" sldId="2146848312"/>
        </pc:sldMkLst>
        <pc:spChg chg="mod">
          <ac:chgData name="Corbin Ferguson" userId="34a864e2-e65e-4cb2-823c-dc28f73f0e40" providerId="ADAL" clId="{8D2D96CF-1319-4CCC-9EA9-073445628049}" dt="2026-03-16T15:07:15.312" v="1165" actId="20577"/>
          <ac:spMkLst>
            <pc:docMk/>
            <pc:sldMk cId="785037573" sldId="2146848312"/>
            <ac:spMk id="9" creationId="{F12D16D0-86CF-AF46-C7E4-9E991E80B9A8}"/>
          </ac:spMkLst>
        </pc:spChg>
      </pc:sldChg>
      <pc:sldChg chg="addSp modSp add mod">
        <pc:chgData name="Corbin Ferguson" userId="34a864e2-e65e-4cb2-823c-dc28f73f0e40" providerId="ADAL" clId="{8D2D96CF-1319-4CCC-9EA9-073445628049}" dt="2026-03-16T15:12:46.375" v="1342" actId="20577"/>
        <pc:sldMkLst>
          <pc:docMk/>
          <pc:sldMk cId="1067535560" sldId="2146848314"/>
        </pc:sldMkLst>
        <pc:spChg chg="mod">
          <ac:chgData name="Corbin Ferguson" userId="34a864e2-e65e-4cb2-823c-dc28f73f0e40" providerId="ADAL" clId="{8D2D96CF-1319-4CCC-9EA9-073445628049}" dt="2026-03-16T14:35:58.596" v="10" actId="20577"/>
          <ac:spMkLst>
            <pc:docMk/>
            <pc:sldMk cId="1067535560" sldId="2146848314"/>
            <ac:spMk id="2" creationId="{29DC8B36-B78B-74FC-1B96-372E60B3CCA5}"/>
          </ac:spMkLst>
        </pc:spChg>
        <pc:spChg chg="mod">
          <ac:chgData name="Corbin Ferguson" userId="34a864e2-e65e-4cb2-823c-dc28f73f0e40" providerId="ADAL" clId="{8D2D96CF-1319-4CCC-9EA9-073445628049}" dt="2026-03-16T15:12:46.375" v="1342" actId="20577"/>
          <ac:spMkLst>
            <pc:docMk/>
            <pc:sldMk cId="1067535560" sldId="2146848314"/>
            <ac:spMk id="9" creationId="{10547ECE-F4D6-7E7B-B957-03EBA9BFAC16}"/>
          </ac:spMkLst>
        </pc:spChg>
        <pc:graphicFrameChg chg="add mod">
          <ac:chgData name="Corbin Ferguson" userId="34a864e2-e65e-4cb2-823c-dc28f73f0e40" providerId="ADAL" clId="{8D2D96CF-1319-4CCC-9EA9-073445628049}" dt="2026-03-16T14:54:26.903" v="642"/>
          <ac:graphicFrameMkLst>
            <pc:docMk/>
            <pc:sldMk cId="1067535560" sldId="2146848314"/>
            <ac:graphicFrameMk id="6" creationId="{2B0FA1C0-BB02-FE95-4882-659F84EC68BF}"/>
          </ac:graphicFrameMkLst>
        </pc:graphicFrameChg>
        <pc:graphicFrameChg chg="add mod">
          <ac:chgData name="Corbin Ferguson" userId="34a864e2-e65e-4cb2-823c-dc28f73f0e40" providerId="ADAL" clId="{8D2D96CF-1319-4CCC-9EA9-073445628049}" dt="2026-03-16T14:54:31.888" v="643"/>
          <ac:graphicFrameMkLst>
            <pc:docMk/>
            <pc:sldMk cId="1067535560" sldId="2146848314"/>
            <ac:graphicFrameMk id="7" creationId="{B0DB4696-A2DE-2DAF-F42D-A13D1E03B497}"/>
          </ac:graphicFrameMkLst>
        </pc:graphicFrameChg>
        <pc:graphicFrameChg chg="add mod">
          <ac:chgData name="Corbin Ferguson" userId="34a864e2-e65e-4cb2-823c-dc28f73f0e40" providerId="ADAL" clId="{8D2D96CF-1319-4CCC-9EA9-073445628049}" dt="2026-03-16T14:54:52.519" v="648"/>
          <ac:graphicFrameMkLst>
            <pc:docMk/>
            <pc:sldMk cId="1067535560" sldId="2146848314"/>
            <ac:graphicFrameMk id="8" creationId="{0627A225-39DD-3E02-1C79-E76C3DE5AD4B}"/>
          </ac:graphicFrameMkLst>
        </pc:graphicFrameChg>
        <pc:graphicFrameChg chg="add mod">
          <ac:chgData name="Corbin Ferguson" userId="34a864e2-e65e-4cb2-823c-dc28f73f0e40" providerId="ADAL" clId="{8D2D96CF-1319-4CCC-9EA9-073445628049}" dt="2026-03-16T14:56:54.559" v="881"/>
          <ac:graphicFrameMkLst>
            <pc:docMk/>
            <pc:sldMk cId="1067535560" sldId="2146848314"/>
            <ac:graphicFrameMk id="10" creationId="{6AE61343-672E-4651-8B93-D5EAA608BA5B}"/>
          </ac:graphicFrameMkLst>
        </pc:graphicFrameChg>
      </pc:sldChg>
      <pc:sldChg chg="modSp add mod ord">
        <pc:chgData name="Corbin Ferguson" userId="34a864e2-e65e-4cb2-823c-dc28f73f0e40" providerId="ADAL" clId="{8D2D96CF-1319-4CCC-9EA9-073445628049}" dt="2026-03-16T14:42:49.632" v="602"/>
        <pc:sldMkLst>
          <pc:docMk/>
          <pc:sldMk cId="1869098219" sldId="2146848315"/>
        </pc:sldMkLst>
        <pc:spChg chg="mod">
          <ac:chgData name="Corbin Ferguson" userId="34a864e2-e65e-4cb2-823c-dc28f73f0e40" providerId="ADAL" clId="{8D2D96CF-1319-4CCC-9EA9-073445628049}" dt="2026-03-16T14:39:31.709" v="503" actId="20577"/>
          <ac:spMkLst>
            <pc:docMk/>
            <pc:sldMk cId="1869098219" sldId="2146848315"/>
            <ac:spMk id="2" creationId="{42490D66-69B9-FCB3-4EE3-71E22ADE614D}"/>
          </ac:spMkLst>
        </pc:spChg>
        <pc:spChg chg="mod">
          <ac:chgData name="Corbin Ferguson" userId="34a864e2-e65e-4cb2-823c-dc28f73f0e40" providerId="ADAL" clId="{8D2D96CF-1319-4CCC-9EA9-073445628049}" dt="2026-03-16T14:42:49.632" v="602"/>
          <ac:spMkLst>
            <pc:docMk/>
            <pc:sldMk cId="1869098219" sldId="2146848315"/>
            <ac:spMk id="9" creationId="{01007C77-2DF3-8DD9-8D8C-832A640C674D}"/>
          </ac:spMkLst>
        </pc:spChg>
      </pc:sldChg>
      <pc:sldChg chg="addSp delSp modSp add mod modClrScheme chgLayout">
        <pc:chgData name="Corbin Ferguson" userId="34a864e2-e65e-4cb2-823c-dc28f73f0e40" providerId="ADAL" clId="{8D2D96CF-1319-4CCC-9EA9-073445628049}" dt="2026-03-16T16:45:57.083" v="1559" actId="26606"/>
        <pc:sldMkLst>
          <pc:docMk/>
          <pc:sldMk cId="2077614573" sldId="2146848316"/>
        </pc:sldMkLst>
        <pc:spChg chg="mod ord">
          <ac:chgData name="Corbin Ferguson" userId="34a864e2-e65e-4cb2-823c-dc28f73f0e40" providerId="ADAL" clId="{8D2D96CF-1319-4CCC-9EA9-073445628049}" dt="2026-03-16T16:39:10.614" v="1550" actId="26606"/>
          <ac:spMkLst>
            <pc:docMk/>
            <pc:sldMk cId="2077614573" sldId="2146848316"/>
            <ac:spMk id="2" creationId="{07BCF97A-6A5E-DA70-0A21-4FF0D5A9B2D1}"/>
          </ac:spMkLst>
        </pc:spChg>
        <pc:spChg chg="mod ord">
          <ac:chgData name="Corbin Ferguson" userId="34a864e2-e65e-4cb2-823c-dc28f73f0e40" providerId="ADAL" clId="{8D2D96CF-1319-4CCC-9EA9-073445628049}" dt="2026-03-16T16:39:10.614" v="1550" actId="26606"/>
          <ac:spMkLst>
            <pc:docMk/>
            <pc:sldMk cId="2077614573" sldId="2146848316"/>
            <ac:spMk id="4" creationId="{6F1C84BC-19BE-D2D3-DB6B-179BB01EE861}"/>
          </ac:spMkLst>
        </pc:spChg>
        <pc:spChg chg="mod ord">
          <ac:chgData name="Corbin Ferguson" userId="34a864e2-e65e-4cb2-823c-dc28f73f0e40" providerId="ADAL" clId="{8D2D96CF-1319-4CCC-9EA9-073445628049}" dt="2026-03-16T16:39:10.614" v="1550" actId="26606"/>
          <ac:spMkLst>
            <pc:docMk/>
            <pc:sldMk cId="2077614573" sldId="2146848316"/>
            <ac:spMk id="7" creationId="{3583879C-95E5-7299-C98A-2B7D0B63F807}"/>
          </ac:spMkLst>
        </pc:spChg>
        <pc:spChg chg="mod ord">
          <ac:chgData name="Corbin Ferguson" userId="34a864e2-e65e-4cb2-823c-dc28f73f0e40" providerId="ADAL" clId="{8D2D96CF-1319-4CCC-9EA9-073445628049}" dt="2026-03-16T16:39:10.614" v="1550" actId="26606"/>
          <ac:spMkLst>
            <pc:docMk/>
            <pc:sldMk cId="2077614573" sldId="2146848316"/>
            <ac:spMk id="8" creationId="{4C7D5AC9-EA29-86A4-7EF8-4DF941130DC8}"/>
          </ac:spMkLst>
        </pc:spChg>
        <pc:spChg chg="del mod">
          <ac:chgData name="Corbin Ferguson" userId="34a864e2-e65e-4cb2-823c-dc28f73f0e40" providerId="ADAL" clId="{8D2D96CF-1319-4CCC-9EA9-073445628049}" dt="2026-03-16T16:13:34.801" v="1460" actId="478"/>
          <ac:spMkLst>
            <pc:docMk/>
            <pc:sldMk cId="2077614573" sldId="2146848316"/>
            <ac:spMk id="13" creationId="{D7D4E759-8FDE-86E6-E731-24ECD92780CE}"/>
          </ac:spMkLst>
        </pc:spChg>
        <pc:spChg chg="del">
          <ac:chgData name="Corbin Ferguson" userId="34a864e2-e65e-4cb2-823c-dc28f73f0e40" providerId="ADAL" clId="{8D2D96CF-1319-4CCC-9EA9-073445628049}" dt="2026-03-16T16:13:29.237" v="1456" actId="478"/>
          <ac:spMkLst>
            <pc:docMk/>
            <pc:sldMk cId="2077614573" sldId="2146848316"/>
            <ac:spMk id="24" creationId="{686D1B61-5B63-C724-2CB5-FD3BFC6AFDD4}"/>
          </ac:spMkLst>
        </pc:spChg>
        <pc:spChg chg="del">
          <ac:chgData name="Corbin Ferguson" userId="34a864e2-e65e-4cb2-823c-dc28f73f0e40" providerId="ADAL" clId="{8D2D96CF-1319-4CCC-9EA9-073445628049}" dt="2026-03-16T16:13:29.237" v="1456" actId="478"/>
          <ac:spMkLst>
            <pc:docMk/>
            <pc:sldMk cId="2077614573" sldId="2146848316"/>
            <ac:spMk id="36" creationId="{744595BF-62E0-2BA1-92DD-CD78756D96D0}"/>
          </ac:spMkLst>
        </pc:spChg>
        <pc:spChg chg="del">
          <ac:chgData name="Corbin Ferguson" userId="34a864e2-e65e-4cb2-823c-dc28f73f0e40" providerId="ADAL" clId="{8D2D96CF-1319-4CCC-9EA9-073445628049}" dt="2026-03-16T16:13:29.237" v="1456" actId="478"/>
          <ac:spMkLst>
            <pc:docMk/>
            <pc:sldMk cId="2077614573" sldId="2146848316"/>
            <ac:spMk id="42" creationId="{BC769C5F-21DA-B5F2-C497-39B7F975B55B}"/>
          </ac:spMkLst>
        </pc:spChg>
        <pc:spChg chg="mod topLvl">
          <ac:chgData name="Corbin Ferguson" userId="34a864e2-e65e-4cb2-823c-dc28f73f0e40" providerId="ADAL" clId="{8D2D96CF-1319-4CCC-9EA9-073445628049}" dt="2026-03-16T16:02:03.946" v="1375" actId="165"/>
          <ac:spMkLst>
            <pc:docMk/>
            <pc:sldMk cId="2077614573" sldId="2146848316"/>
            <ac:spMk id="55" creationId="{28DFFED1-D271-35C0-A749-731C7D90E772}"/>
          </ac:spMkLst>
        </pc:spChg>
        <pc:spChg chg="del">
          <ac:chgData name="Corbin Ferguson" userId="34a864e2-e65e-4cb2-823c-dc28f73f0e40" providerId="ADAL" clId="{8D2D96CF-1319-4CCC-9EA9-073445628049}" dt="2026-03-16T16:13:29.237" v="1456" actId="478"/>
          <ac:spMkLst>
            <pc:docMk/>
            <pc:sldMk cId="2077614573" sldId="2146848316"/>
            <ac:spMk id="56" creationId="{6C489836-C900-A02E-8277-D16D696CD472}"/>
          </ac:spMkLst>
        </pc:spChg>
        <pc:spChg chg="del">
          <ac:chgData name="Corbin Ferguson" userId="34a864e2-e65e-4cb2-823c-dc28f73f0e40" providerId="ADAL" clId="{8D2D96CF-1319-4CCC-9EA9-073445628049}" dt="2026-03-16T16:13:29.237" v="1456" actId="478"/>
          <ac:spMkLst>
            <pc:docMk/>
            <pc:sldMk cId="2077614573" sldId="2146848316"/>
            <ac:spMk id="61" creationId="{85AC204E-F4BC-E994-8003-6157E29B17C4}"/>
          </ac:spMkLst>
        </pc:spChg>
        <pc:spChg chg="mod topLvl">
          <ac:chgData name="Corbin Ferguson" userId="34a864e2-e65e-4cb2-823c-dc28f73f0e40" providerId="ADAL" clId="{8D2D96CF-1319-4CCC-9EA9-073445628049}" dt="2026-03-16T16:13:04.178" v="1437" actId="165"/>
          <ac:spMkLst>
            <pc:docMk/>
            <pc:sldMk cId="2077614573" sldId="2146848316"/>
            <ac:spMk id="8248" creationId="{5B198541-A049-C8CA-F02C-E5415B398853}"/>
          </ac:spMkLst>
        </pc:spChg>
        <pc:spChg chg="mod topLvl">
          <ac:chgData name="Corbin Ferguson" userId="34a864e2-e65e-4cb2-823c-dc28f73f0e40" providerId="ADAL" clId="{8D2D96CF-1319-4CCC-9EA9-073445628049}" dt="2026-03-16T16:13:04.178" v="1437" actId="165"/>
          <ac:spMkLst>
            <pc:docMk/>
            <pc:sldMk cId="2077614573" sldId="2146848316"/>
            <ac:spMk id="8291" creationId="{4434AD16-C590-BE76-6B5E-13209D698BC4}"/>
          </ac:spMkLst>
        </pc:spChg>
        <pc:spChg chg="mod">
          <ac:chgData name="Corbin Ferguson" userId="34a864e2-e65e-4cb2-823c-dc28f73f0e40" providerId="ADAL" clId="{8D2D96CF-1319-4CCC-9EA9-073445628049}" dt="2026-03-16T16:01:40.264" v="1371" actId="165"/>
          <ac:spMkLst>
            <pc:docMk/>
            <pc:sldMk cId="2077614573" sldId="2146848316"/>
            <ac:spMk id="8544" creationId="{E5D84286-4EE9-53B8-4951-8D0A3816D9B8}"/>
          </ac:spMkLst>
        </pc:spChg>
        <pc:spChg chg="add del mod ord modVis">
          <ac:chgData name="Corbin Ferguson" userId="34a864e2-e65e-4cb2-823c-dc28f73f0e40" providerId="ADAL" clId="{8D2D96CF-1319-4CCC-9EA9-073445628049}" dt="2026-03-16T16:13:02.702" v="1436" actId="207"/>
          <ac:spMkLst>
            <pc:docMk/>
            <pc:sldMk cId="2077614573" sldId="2146848316"/>
            <ac:spMk id="8567" creationId="{73615F16-59EB-B70F-8238-D5B33CF342BB}"/>
          </ac:spMkLst>
        </pc:spChg>
        <pc:spChg chg="mod topLvl">
          <ac:chgData name="Corbin Ferguson" userId="34a864e2-e65e-4cb2-823c-dc28f73f0e40" providerId="ADAL" clId="{8D2D96CF-1319-4CCC-9EA9-073445628049}" dt="2026-03-16T16:13:04.178" v="1437" actId="165"/>
          <ac:spMkLst>
            <pc:docMk/>
            <pc:sldMk cId="2077614573" sldId="2146848316"/>
            <ac:spMk id="8568" creationId="{743FE570-5A53-F9B3-A590-6FA06FF2E4D7}"/>
          </ac:spMkLst>
        </pc:spChg>
        <pc:spChg chg="mod">
          <ac:chgData name="Corbin Ferguson" userId="34a864e2-e65e-4cb2-823c-dc28f73f0e40" providerId="ADAL" clId="{8D2D96CF-1319-4CCC-9EA9-073445628049}" dt="2026-03-16T16:01:40.264" v="1371" actId="165"/>
          <ac:spMkLst>
            <pc:docMk/>
            <pc:sldMk cId="2077614573" sldId="2146848316"/>
            <ac:spMk id="8632" creationId="{4EA6240F-3582-C7A6-A438-BDE40D59BCDE}"/>
          </ac:spMkLst>
        </pc:spChg>
        <pc:spChg chg="mod">
          <ac:chgData name="Corbin Ferguson" userId="34a864e2-e65e-4cb2-823c-dc28f73f0e40" providerId="ADAL" clId="{8D2D96CF-1319-4CCC-9EA9-073445628049}" dt="2026-03-16T16:01:40.264" v="1371" actId="165"/>
          <ac:spMkLst>
            <pc:docMk/>
            <pc:sldMk cId="2077614573" sldId="2146848316"/>
            <ac:spMk id="8643" creationId="{2C0C8624-EC81-B2A3-06C4-53B52A47364E}"/>
          </ac:spMkLst>
        </pc:spChg>
        <pc:spChg chg="mod">
          <ac:chgData name="Corbin Ferguson" userId="34a864e2-e65e-4cb2-823c-dc28f73f0e40" providerId="ADAL" clId="{8D2D96CF-1319-4CCC-9EA9-073445628049}" dt="2026-03-16T16:02:03.946" v="1375" actId="165"/>
          <ac:spMkLst>
            <pc:docMk/>
            <pc:sldMk cId="2077614573" sldId="2146848316"/>
            <ac:spMk id="8961" creationId="{1DEDA1F4-5534-3ABA-796A-43CBE331391B}"/>
          </ac:spMkLst>
        </pc:spChg>
        <pc:spChg chg="mod topLvl">
          <ac:chgData name="Corbin Ferguson" userId="34a864e2-e65e-4cb2-823c-dc28f73f0e40" providerId="ADAL" clId="{8D2D96CF-1319-4CCC-9EA9-073445628049}" dt="2026-03-16T16:13:07.664" v="1441" actId="165"/>
          <ac:spMkLst>
            <pc:docMk/>
            <pc:sldMk cId="2077614573" sldId="2146848316"/>
            <ac:spMk id="9026" creationId="{6C204C66-8F61-60B6-6DAE-F9365A8C27F3}"/>
          </ac:spMkLst>
        </pc:spChg>
        <pc:spChg chg="mod topLvl">
          <ac:chgData name="Corbin Ferguson" userId="34a864e2-e65e-4cb2-823c-dc28f73f0e40" providerId="ADAL" clId="{8D2D96CF-1319-4CCC-9EA9-073445628049}" dt="2026-03-16T16:13:07.664" v="1441" actId="165"/>
          <ac:spMkLst>
            <pc:docMk/>
            <pc:sldMk cId="2077614573" sldId="2146848316"/>
            <ac:spMk id="9093" creationId="{685AD8E8-7F61-1BE9-F294-D9D90AA4BCB3}"/>
          </ac:spMkLst>
        </pc:spChg>
        <pc:spChg chg="mod topLvl">
          <ac:chgData name="Corbin Ferguson" userId="34a864e2-e65e-4cb2-823c-dc28f73f0e40" providerId="ADAL" clId="{8D2D96CF-1319-4CCC-9EA9-073445628049}" dt="2026-03-16T16:13:07.664" v="1441" actId="165"/>
          <ac:spMkLst>
            <pc:docMk/>
            <pc:sldMk cId="2077614573" sldId="2146848316"/>
            <ac:spMk id="9118" creationId="{8CC27F9C-D0D8-C07D-3B62-C7B575A1DD65}"/>
          </ac:spMkLst>
        </pc:spChg>
        <pc:spChg chg="mod">
          <ac:chgData name="Corbin Ferguson" userId="34a864e2-e65e-4cb2-823c-dc28f73f0e40" providerId="ADAL" clId="{8D2D96CF-1319-4CCC-9EA9-073445628049}" dt="2026-03-16T16:02:03.946" v="1375" actId="165"/>
          <ac:spMkLst>
            <pc:docMk/>
            <pc:sldMk cId="2077614573" sldId="2146848316"/>
            <ac:spMk id="9188" creationId="{41F6D49B-BF20-C635-F3DC-E8E78B672334}"/>
          </ac:spMkLst>
        </pc:spChg>
        <pc:spChg chg="mod">
          <ac:chgData name="Corbin Ferguson" userId="34a864e2-e65e-4cb2-823c-dc28f73f0e40" providerId="ADAL" clId="{8D2D96CF-1319-4CCC-9EA9-073445628049}" dt="2026-03-16T16:01:40.264" v="1371" actId="165"/>
          <ac:spMkLst>
            <pc:docMk/>
            <pc:sldMk cId="2077614573" sldId="2146848316"/>
            <ac:spMk id="9259" creationId="{40AA7F6B-5945-AA9A-4084-91670E0E3BA6}"/>
          </ac:spMkLst>
        </pc:spChg>
        <pc:spChg chg="mod topLvl">
          <ac:chgData name="Corbin Ferguson" userId="34a864e2-e65e-4cb2-823c-dc28f73f0e40" providerId="ADAL" clId="{8D2D96CF-1319-4CCC-9EA9-073445628049}" dt="2026-03-16T16:13:07.664" v="1441" actId="165"/>
          <ac:spMkLst>
            <pc:docMk/>
            <pc:sldMk cId="2077614573" sldId="2146848316"/>
            <ac:spMk id="9401" creationId="{0D334F6E-4CA3-A5D7-A441-4C7445A6288C}"/>
          </ac:spMkLst>
        </pc:spChg>
        <pc:spChg chg="mod topLvl">
          <ac:chgData name="Corbin Ferguson" userId="34a864e2-e65e-4cb2-823c-dc28f73f0e40" providerId="ADAL" clId="{8D2D96CF-1319-4CCC-9EA9-073445628049}" dt="2026-03-16T16:13:07.664" v="1441" actId="165"/>
          <ac:spMkLst>
            <pc:docMk/>
            <pc:sldMk cId="2077614573" sldId="2146848316"/>
            <ac:spMk id="9404" creationId="{A5F2C69B-31F9-1FF4-A5E1-9AF7743B7361}"/>
          </ac:spMkLst>
        </pc:spChg>
        <pc:spChg chg="mod">
          <ac:chgData name="Corbin Ferguson" userId="34a864e2-e65e-4cb2-823c-dc28f73f0e40" providerId="ADAL" clId="{8D2D96CF-1319-4CCC-9EA9-073445628049}" dt="2026-03-16T16:02:03.946" v="1375" actId="165"/>
          <ac:spMkLst>
            <pc:docMk/>
            <pc:sldMk cId="2077614573" sldId="2146848316"/>
            <ac:spMk id="9444" creationId="{4F6E9EA8-2F4F-5D2A-2F5B-1BCA7597DA8F}"/>
          </ac:spMkLst>
        </pc:spChg>
        <pc:spChg chg="mod">
          <ac:chgData name="Corbin Ferguson" userId="34a864e2-e65e-4cb2-823c-dc28f73f0e40" providerId="ADAL" clId="{8D2D96CF-1319-4CCC-9EA9-073445628049}" dt="2026-03-16T16:01:40.264" v="1371" actId="165"/>
          <ac:spMkLst>
            <pc:docMk/>
            <pc:sldMk cId="2077614573" sldId="2146848316"/>
            <ac:spMk id="9845" creationId="{45A65B3C-704D-81A8-9CB8-1B808C9DB46F}"/>
          </ac:spMkLst>
        </pc:spChg>
        <pc:spChg chg="del">
          <ac:chgData name="Corbin Ferguson" userId="34a864e2-e65e-4cb2-823c-dc28f73f0e40" providerId="ADAL" clId="{8D2D96CF-1319-4CCC-9EA9-073445628049}" dt="2026-03-16T16:13:29.237" v="1456" actId="478"/>
          <ac:spMkLst>
            <pc:docMk/>
            <pc:sldMk cId="2077614573" sldId="2146848316"/>
            <ac:spMk id="9990" creationId="{1A14FB88-5FB8-61A3-5A87-F8C40EF53100}"/>
          </ac:spMkLst>
        </pc:spChg>
        <pc:spChg chg="del">
          <ac:chgData name="Corbin Ferguson" userId="34a864e2-e65e-4cb2-823c-dc28f73f0e40" providerId="ADAL" clId="{8D2D96CF-1319-4CCC-9EA9-073445628049}" dt="2026-03-16T16:13:38.282" v="1461" actId="478"/>
          <ac:spMkLst>
            <pc:docMk/>
            <pc:sldMk cId="2077614573" sldId="2146848316"/>
            <ac:spMk id="9997" creationId="{6078BC0C-7BF6-79C6-9752-3CCDACE1113B}"/>
          </ac:spMkLst>
        </pc:spChg>
        <pc:spChg chg="del">
          <ac:chgData name="Corbin Ferguson" userId="34a864e2-e65e-4cb2-823c-dc28f73f0e40" providerId="ADAL" clId="{8D2D96CF-1319-4CCC-9EA9-073445628049}" dt="2026-03-16T16:13:38.282" v="1461" actId="478"/>
          <ac:spMkLst>
            <pc:docMk/>
            <pc:sldMk cId="2077614573" sldId="2146848316"/>
            <ac:spMk id="9998" creationId="{88600233-ABCB-3174-F69A-401D513C7624}"/>
          </ac:spMkLst>
        </pc:spChg>
        <pc:spChg chg="del">
          <ac:chgData name="Corbin Ferguson" userId="34a864e2-e65e-4cb2-823c-dc28f73f0e40" providerId="ADAL" clId="{8D2D96CF-1319-4CCC-9EA9-073445628049}" dt="2026-03-16T16:13:38.282" v="1461" actId="478"/>
          <ac:spMkLst>
            <pc:docMk/>
            <pc:sldMk cId="2077614573" sldId="2146848316"/>
            <ac:spMk id="9999" creationId="{7D5B8841-DB8C-5C65-782F-42DB1A2994E5}"/>
          </ac:spMkLst>
        </pc:spChg>
        <pc:spChg chg="del">
          <ac:chgData name="Corbin Ferguson" userId="34a864e2-e65e-4cb2-823c-dc28f73f0e40" providerId="ADAL" clId="{8D2D96CF-1319-4CCC-9EA9-073445628049}" dt="2026-03-16T16:13:38.282" v="1461" actId="478"/>
          <ac:spMkLst>
            <pc:docMk/>
            <pc:sldMk cId="2077614573" sldId="2146848316"/>
            <ac:spMk id="10000" creationId="{18773B56-FBA6-3A3A-1D0D-353C9A1CAB64}"/>
          </ac:spMkLst>
        </pc:spChg>
        <pc:spChg chg="mod">
          <ac:chgData name="Corbin Ferguson" userId="34a864e2-e65e-4cb2-823c-dc28f73f0e40" providerId="ADAL" clId="{8D2D96CF-1319-4CCC-9EA9-073445628049}" dt="2026-03-16T16:01:40.264" v="1371" actId="165"/>
          <ac:spMkLst>
            <pc:docMk/>
            <pc:sldMk cId="2077614573" sldId="2146848316"/>
            <ac:spMk id="10003" creationId="{8624F5E2-E70C-6B88-1C23-FE10AFC7DD90}"/>
          </ac:spMkLst>
        </pc:spChg>
        <pc:spChg chg="del">
          <ac:chgData name="Corbin Ferguson" userId="34a864e2-e65e-4cb2-823c-dc28f73f0e40" providerId="ADAL" clId="{8D2D96CF-1319-4CCC-9EA9-073445628049}" dt="2026-03-16T16:13:29.237" v="1456" actId="478"/>
          <ac:spMkLst>
            <pc:docMk/>
            <pc:sldMk cId="2077614573" sldId="2146848316"/>
            <ac:spMk id="10008" creationId="{B1F0841A-FA07-A4E0-A080-3A495483D6B6}"/>
          </ac:spMkLst>
        </pc:spChg>
        <pc:spChg chg="del">
          <ac:chgData name="Corbin Ferguson" userId="34a864e2-e65e-4cb2-823c-dc28f73f0e40" providerId="ADAL" clId="{8D2D96CF-1319-4CCC-9EA9-073445628049}" dt="2026-03-16T16:13:29.237" v="1456" actId="478"/>
          <ac:spMkLst>
            <pc:docMk/>
            <pc:sldMk cId="2077614573" sldId="2146848316"/>
            <ac:spMk id="10019" creationId="{0F32F3BF-4493-282F-6406-56917E91F62A}"/>
          </ac:spMkLst>
        </pc:spChg>
        <pc:spChg chg="del">
          <ac:chgData name="Corbin Ferguson" userId="34a864e2-e65e-4cb2-823c-dc28f73f0e40" providerId="ADAL" clId="{8D2D96CF-1319-4CCC-9EA9-073445628049}" dt="2026-03-16T16:13:29.237" v="1456" actId="478"/>
          <ac:spMkLst>
            <pc:docMk/>
            <pc:sldMk cId="2077614573" sldId="2146848316"/>
            <ac:spMk id="10020" creationId="{0B140EB4-2DD4-A169-C104-950692A145B1}"/>
          </ac:spMkLst>
        </pc:spChg>
        <pc:spChg chg="del">
          <ac:chgData name="Corbin Ferguson" userId="34a864e2-e65e-4cb2-823c-dc28f73f0e40" providerId="ADAL" clId="{8D2D96CF-1319-4CCC-9EA9-073445628049}" dt="2026-03-16T16:13:29.237" v="1456" actId="478"/>
          <ac:spMkLst>
            <pc:docMk/>
            <pc:sldMk cId="2077614573" sldId="2146848316"/>
            <ac:spMk id="10025" creationId="{FE71403A-2281-5DDC-DFAB-21BA5FD84C6C}"/>
          </ac:spMkLst>
        </pc:spChg>
        <pc:spChg chg="del">
          <ac:chgData name="Corbin Ferguson" userId="34a864e2-e65e-4cb2-823c-dc28f73f0e40" providerId="ADAL" clId="{8D2D96CF-1319-4CCC-9EA9-073445628049}" dt="2026-03-16T16:13:40.693" v="1462" actId="478"/>
          <ac:spMkLst>
            <pc:docMk/>
            <pc:sldMk cId="2077614573" sldId="2146848316"/>
            <ac:spMk id="10029" creationId="{6256A978-DF3A-CA52-E8E9-04CAB46297B6}"/>
          </ac:spMkLst>
        </pc:spChg>
        <pc:spChg chg="del">
          <ac:chgData name="Corbin Ferguson" userId="34a864e2-e65e-4cb2-823c-dc28f73f0e40" providerId="ADAL" clId="{8D2D96CF-1319-4CCC-9EA9-073445628049}" dt="2026-03-16T16:13:40.693" v="1462" actId="478"/>
          <ac:spMkLst>
            <pc:docMk/>
            <pc:sldMk cId="2077614573" sldId="2146848316"/>
            <ac:spMk id="10030" creationId="{A2F065D7-7A97-DCAF-9AEB-2EA5464EC424}"/>
          </ac:spMkLst>
        </pc:spChg>
        <pc:spChg chg="del">
          <ac:chgData name="Corbin Ferguson" userId="34a864e2-e65e-4cb2-823c-dc28f73f0e40" providerId="ADAL" clId="{8D2D96CF-1319-4CCC-9EA9-073445628049}" dt="2026-03-16T16:13:40.693" v="1462" actId="478"/>
          <ac:spMkLst>
            <pc:docMk/>
            <pc:sldMk cId="2077614573" sldId="2146848316"/>
            <ac:spMk id="10031" creationId="{7386F5C3-5ED2-1E35-3F2A-7F615097E0FD}"/>
          </ac:spMkLst>
        </pc:spChg>
        <pc:spChg chg="del">
          <ac:chgData name="Corbin Ferguson" userId="34a864e2-e65e-4cb2-823c-dc28f73f0e40" providerId="ADAL" clId="{8D2D96CF-1319-4CCC-9EA9-073445628049}" dt="2026-03-16T16:13:38.282" v="1461" actId="478"/>
          <ac:spMkLst>
            <pc:docMk/>
            <pc:sldMk cId="2077614573" sldId="2146848316"/>
            <ac:spMk id="10039" creationId="{A767D995-2245-EFF0-B2A3-EED0E0B5ABE0}"/>
          </ac:spMkLst>
        </pc:spChg>
        <pc:spChg chg="del">
          <ac:chgData name="Corbin Ferguson" userId="34a864e2-e65e-4cb2-823c-dc28f73f0e40" providerId="ADAL" clId="{8D2D96CF-1319-4CCC-9EA9-073445628049}" dt="2026-03-16T16:13:38.282" v="1461" actId="478"/>
          <ac:spMkLst>
            <pc:docMk/>
            <pc:sldMk cId="2077614573" sldId="2146848316"/>
            <ac:spMk id="10040" creationId="{F5F31AD6-77DE-1B28-21CF-F269EC311F1F}"/>
          </ac:spMkLst>
        </pc:spChg>
        <pc:spChg chg="mod">
          <ac:chgData name="Corbin Ferguson" userId="34a864e2-e65e-4cb2-823c-dc28f73f0e40" providerId="ADAL" clId="{8D2D96CF-1319-4CCC-9EA9-073445628049}" dt="2026-03-16T16:02:03.946" v="1375" actId="165"/>
          <ac:spMkLst>
            <pc:docMk/>
            <pc:sldMk cId="2077614573" sldId="2146848316"/>
            <ac:spMk id="10163" creationId="{9DA64397-879A-CC61-3C2F-AC5F268A765A}"/>
          </ac:spMkLst>
        </pc:spChg>
        <pc:spChg chg="mod">
          <ac:chgData name="Corbin Ferguson" userId="34a864e2-e65e-4cb2-823c-dc28f73f0e40" providerId="ADAL" clId="{8D2D96CF-1319-4CCC-9EA9-073445628049}" dt="2026-03-16T16:01:40.264" v="1371" actId="165"/>
          <ac:spMkLst>
            <pc:docMk/>
            <pc:sldMk cId="2077614573" sldId="2146848316"/>
            <ac:spMk id="10261" creationId="{DFFE02BB-2D22-323B-9346-35A5106901E7}"/>
          </ac:spMkLst>
        </pc:spChg>
        <pc:spChg chg="mod">
          <ac:chgData name="Corbin Ferguson" userId="34a864e2-e65e-4cb2-823c-dc28f73f0e40" providerId="ADAL" clId="{8D2D96CF-1319-4CCC-9EA9-073445628049}" dt="2026-03-16T16:02:03.946" v="1375" actId="165"/>
          <ac:spMkLst>
            <pc:docMk/>
            <pc:sldMk cId="2077614573" sldId="2146848316"/>
            <ac:spMk id="10271" creationId="{3DFE3B36-1D23-B941-B786-CF08850E2BBC}"/>
          </ac:spMkLst>
        </pc:spChg>
        <pc:spChg chg="mod topLvl">
          <ac:chgData name="Corbin Ferguson" userId="34a864e2-e65e-4cb2-823c-dc28f73f0e40" providerId="ADAL" clId="{8D2D96CF-1319-4CCC-9EA9-073445628049}" dt="2026-03-16T16:13:07.664" v="1441" actId="165"/>
          <ac:spMkLst>
            <pc:docMk/>
            <pc:sldMk cId="2077614573" sldId="2146848316"/>
            <ac:spMk id="10419" creationId="{4B6A0A59-0841-ACBC-9ACF-8DDC7F585AD8}"/>
          </ac:spMkLst>
        </pc:spChg>
        <pc:spChg chg="mod topLvl">
          <ac:chgData name="Corbin Ferguson" userId="34a864e2-e65e-4cb2-823c-dc28f73f0e40" providerId="ADAL" clId="{8D2D96CF-1319-4CCC-9EA9-073445628049}" dt="2026-03-16T16:13:07.664" v="1441" actId="165"/>
          <ac:spMkLst>
            <pc:docMk/>
            <pc:sldMk cId="2077614573" sldId="2146848316"/>
            <ac:spMk id="10434" creationId="{71299B70-E2A2-36F6-BF08-C9A0A5683ADE}"/>
          </ac:spMkLst>
        </pc:spChg>
        <pc:spChg chg="mod topLvl">
          <ac:chgData name="Corbin Ferguson" userId="34a864e2-e65e-4cb2-823c-dc28f73f0e40" providerId="ADAL" clId="{8D2D96CF-1319-4CCC-9EA9-073445628049}" dt="2026-03-16T16:13:07.664" v="1441" actId="165"/>
          <ac:spMkLst>
            <pc:docMk/>
            <pc:sldMk cId="2077614573" sldId="2146848316"/>
            <ac:spMk id="10438" creationId="{18D18D81-FEBF-37F5-6C20-B6F09FFFD838}"/>
          </ac:spMkLst>
        </pc:spChg>
        <pc:spChg chg="mod modVis">
          <ac:chgData name="Corbin Ferguson" userId="34a864e2-e65e-4cb2-823c-dc28f73f0e40" providerId="ADAL" clId="{8D2D96CF-1319-4CCC-9EA9-073445628049}" dt="2026-03-16T16:13:14.640" v="1452" actId="14429"/>
          <ac:spMkLst>
            <pc:docMk/>
            <pc:sldMk cId="2077614573" sldId="2146848316"/>
            <ac:spMk id="10454" creationId="{AAA717C8-C7BD-FAAA-2E81-4D76EA54C548}"/>
          </ac:spMkLst>
        </pc:spChg>
        <pc:spChg chg="mod modVis">
          <ac:chgData name="Corbin Ferguson" userId="34a864e2-e65e-4cb2-823c-dc28f73f0e40" providerId="ADAL" clId="{8D2D96CF-1319-4CCC-9EA9-073445628049}" dt="2026-03-16T16:13:14.263" v="1451" actId="14430"/>
          <ac:spMkLst>
            <pc:docMk/>
            <pc:sldMk cId="2077614573" sldId="2146848316"/>
            <ac:spMk id="10456" creationId="{10928AD7-DDD4-A9F4-ED11-2D3FCBAB2AF7}"/>
          </ac:spMkLst>
        </pc:spChg>
        <pc:spChg chg="mod modVis">
          <ac:chgData name="Corbin Ferguson" userId="34a864e2-e65e-4cb2-823c-dc28f73f0e40" providerId="ADAL" clId="{8D2D96CF-1319-4CCC-9EA9-073445628049}" dt="2026-03-16T16:13:13.462" v="1449" actId="14430"/>
          <ac:spMkLst>
            <pc:docMk/>
            <pc:sldMk cId="2077614573" sldId="2146848316"/>
            <ac:spMk id="10457" creationId="{E4D783BE-4B50-1EE9-293B-212C35D871F3}"/>
          </ac:spMkLst>
        </pc:spChg>
        <pc:spChg chg="mod modVis">
          <ac:chgData name="Corbin Ferguson" userId="34a864e2-e65e-4cb2-823c-dc28f73f0e40" providerId="ADAL" clId="{8D2D96CF-1319-4CCC-9EA9-073445628049}" dt="2026-03-16T16:13:12.614" v="1447" actId="14430"/>
          <ac:spMkLst>
            <pc:docMk/>
            <pc:sldMk cId="2077614573" sldId="2146848316"/>
            <ac:spMk id="10458" creationId="{CB731D3F-3E72-28D4-6275-824262BB1A26}"/>
          </ac:spMkLst>
        </pc:spChg>
        <pc:spChg chg="mod topLvl">
          <ac:chgData name="Corbin Ferguson" userId="34a864e2-e65e-4cb2-823c-dc28f73f0e40" providerId="ADAL" clId="{8D2D96CF-1319-4CCC-9EA9-073445628049}" dt="2026-03-16T16:13:07.664" v="1441" actId="165"/>
          <ac:spMkLst>
            <pc:docMk/>
            <pc:sldMk cId="2077614573" sldId="2146848316"/>
            <ac:spMk id="10469" creationId="{3DF84D1F-2D12-0BC2-D0E1-AE32F687E41E}"/>
          </ac:spMkLst>
        </pc:spChg>
        <pc:spChg chg="mod modVis">
          <ac:chgData name="Corbin Ferguson" userId="34a864e2-e65e-4cb2-823c-dc28f73f0e40" providerId="ADAL" clId="{8D2D96CF-1319-4CCC-9EA9-073445628049}" dt="2026-03-16T16:03:33.804" v="1406" actId="14429"/>
          <ac:spMkLst>
            <pc:docMk/>
            <pc:sldMk cId="2077614573" sldId="2146848316"/>
            <ac:spMk id="10476" creationId="{1BB2F026-A377-8A25-813A-5F255959DD51}"/>
          </ac:spMkLst>
        </pc:spChg>
        <pc:spChg chg="mod modVis">
          <ac:chgData name="Corbin Ferguson" userId="34a864e2-e65e-4cb2-823c-dc28f73f0e40" providerId="ADAL" clId="{8D2D96CF-1319-4CCC-9EA9-073445628049}" dt="2026-03-16T16:03:31.319" v="1402" actId="14429"/>
          <ac:spMkLst>
            <pc:docMk/>
            <pc:sldMk cId="2077614573" sldId="2146848316"/>
            <ac:spMk id="10477" creationId="{6EDA60F5-0155-1969-4303-C8E1ECB68C04}"/>
          </ac:spMkLst>
        </pc:spChg>
        <pc:spChg chg="mod modVis">
          <ac:chgData name="Corbin Ferguson" userId="34a864e2-e65e-4cb2-823c-dc28f73f0e40" providerId="ADAL" clId="{8D2D96CF-1319-4CCC-9EA9-073445628049}" dt="2026-03-16T16:03:32.507" v="1404" actId="14429"/>
          <ac:spMkLst>
            <pc:docMk/>
            <pc:sldMk cId="2077614573" sldId="2146848316"/>
            <ac:spMk id="10478" creationId="{EF29C8E0-E33D-F434-F784-79635682E34D}"/>
          </ac:spMkLst>
        </pc:spChg>
        <pc:spChg chg="mod topLvl">
          <ac:chgData name="Corbin Ferguson" userId="34a864e2-e65e-4cb2-823c-dc28f73f0e40" providerId="ADAL" clId="{8D2D96CF-1319-4CCC-9EA9-073445628049}" dt="2026-03-16T16:13:07.664" v="1441" actId="165"/>
          <ac:spMkLst>
            <pc:docMk/>
            <pc:sldMk cId="2077614573" sldId="2146848316"/>
            <ac:spMk id="10479" creationId="{D902B22C-C8C4-FC29-FD78-C8791BD9E2CC}"/>
          </ac:spMkLst>
        </pc:spChg>
        <pc:spChg chg="mod">
          <ac:chgData name="Corbin Ferguson" userId="34a864e2-e65e-4cb2-823c-dc28f73f0e40" providerId="ADAL" clId="{8D2D96CF-1319-4CCC-9EA9-073445628049}" dt="2026-03-16T16:01:40.264" v="1371" actId="165"/>
          <ac:spMkLst>
            <pc:docMk/>
            <pc:sldMk cId="2077614573" sldId="2146848316"/>
            <ac:spMk id="10510" creationId="{2ADD0366-DE82-45B0-F168-8CD88ADFB3B6}"/>
          </ac:spMkLst>
        </pc:spChg>
        <pc:spChg chg="mod">
          <ac:chgData name="Corbin Ferguson" userId="34a864e2-e65e-4cb2-823c-dc28f73f0e40" providerId="ADAL" clId="{8D2D96CF-1319-4CCC-9EA9-073445628049}" dt="2026-03-16T16:02:03.946" v="1375" actId="165"/>
          <ac:spMkLst>
            <pc:docMk/>
            <pc:sldMk cId="2077614573" sldId="2146848316"/>
            <ac:spMk id="10530" creationId="{E5A31BEE-6EDA-EE4B-F580-37AC596BEBCC}"/>
          </ac:spMkLst>
        </pc:spChg>
        <pc:spChg chg="mod">
          <ac:chgData name="Corbin Ferguson" userId="34a864e2-e65e-4cb2-823c-dc28f73f0e40" providerId="ADAL" clId="{8D2D96CF-1319-4CCC-9EA9-073445628049}" dt="2026-03-16T16:01:40.264" v="1371" actId="165"/>
          <ac:spMkLst>
            <pc:docMk/>
            <pc:sldMk cId="2077614573" sldId="2146848316"/>
            <ac:spMk id="10586" creationId="{C440AF32-A01E-BC5A-EB6F-9F358FDE1989}"/>
          </ac:spMkLst>
        </pc:spChg>
        <pc:spChg chg="mod">
          <ac:chgData name="Corbin Ferguson" userId="34a864e2-e65e-4cb2-823c-dc28f73f0e40" providerId="ADAL" clId="{8D2D96CF-1319-4CCC-9EA9-073445628049}" dt="2026-03-16T16:02:03.946" v="1375" actId="165"/>
          <ac:spMkLst>
            <pc:docMk/>
            <pc:sldMk cId="2077614573" sldId="2146848316"/>
            <ac:spMk id="10687" creationId="{9621F235-C373-80D3-9770-B71FE923BFC5}"/>
          </ac:spMkLst>
        </pc:spChg>
        <pc:spChg chg="mod">
          <ac:chgData name="Corbin Ferguson" userId="34a864e2-e65e-4cb2-823c-dc28f73f0e40" providerId="ADAL" clId="{8D2D96CF-1319-4CCC-9EA9-073445628049}" dt="2026-03-16T16:01:40.264" v="1371" actId="165"/>
          <ac:spMkLst>
            <pc:docMk/>
            <pc:sldMk cId="2077614573" sldId="2146848316"/>
            <ac:spMk id="10740" creationId="{61B952FE-E7A4-0D04-592D-0C422FE6B368}"/>
          </ac:spMkLst>
        </pc:spChg>
        <pc:spChg chg="mod">
          <ac:chgData name="Corbin Ferguson" userId="34a864e2-e65e-4cb2-823c-dc28f73f0e40" providerId="ADAL" clId="{8D2D96CF-1319-4CCC-9EA9-073445628049}" dt="2026-03-16T16:02:03.946" v="1375" actId="165"/>
          <ac:spMkLst>
            <pc:docMk/>
            <pc:sldMk cId="2077614573" sldId="2146848316"/>
            <ac:spMk id="10759" creationId="{43DDD9A3-EB88-656E-9B37-FC8511FCDD1B}"/>
          </ac:spMkLst>
        </pc:spChg>
        <pc:spChg chg="mod topLvl">
          <ac:chgData name="Corbin Ferguson" userId="34a864e2-e65e-4cb2-823c-dc28f73f0e40" providerId="ADAL" clId="{8D2D96CF-1319-4CCC-9EA9-073445628049}" dt="2026-03-16T16:13:04.178" v="1437" actId="165"/>
          <ac:spMkLst>
            <pc:docMk/>
            <pc:sldMk cId="2077614573" sldId="2146848316"/>
            <ac:spMk id="10803" creationId="{BDF784A6-CB84-62F6-3B49-D10C2D6392ED}"/>
          </ac:spMkLst>
        </pc:spChg>
        <pc:spChg chg="mod topLvl">
          <ac:chgData name="Corbin Ferguson" userId="34a864e2-e65e-4cb2-823c-dc28f73f0e40" providerId="ADAL" clId="{8D2D96CF-1319-4CCC-9EA9-073445628049}" dt="2026-03-16T16:13:04.178" v="1437" actId="165"/>
          <ac:spMkLst>
            <pc:docMk/>
            <pc:sldMk cId="2077614573" sldId="2146848316"/>
            <ac:spMk id="10818" creationId="{BD6D1489-B3D4-696E-8DC3-0C02A6377A0C}"/>
          </ac:spMkLst>
        </pc:spChg>
        <pc:spChg chg="mod topLvl">
          <ac:chgData name="Corbin Ferguson" userId="34a864e2-e65e-4cb2-823c-dc28f73f0e40" providerId="ADAL" clId="{8D2D96CF-1319-4CCC-9EA9-073445628049}" dt="2026-03-16T16:13:04.178" v="1437" actId="165"/>
          <ac:spMkLst>
            <pc:docMk/>
            <pc:sldMk cId="2077614573" sldId="2146848316"/>
            <ac:spMk id="10820" creationId="{4E375D8D-9893-0EF9-21C5-A4FD87C2D98A}"/>
          </ac:spMkLst>
        </pc:spChg>
        <pc:spChg chg="mod topLvl">
          <ac:chgData name="Corbin Ferguson" userId="34a864e2-e65e-4cb2-823c-dc28f73f0e40" providerId="ADAL" clId="{8D2D96CF-1319-4CCC-9EA9-073445628049}" dt="2026-03-16T16:13:04.178" v="1437" actId="165"/>
          <ac:spMkLst>
            <pc:docMk/>
            <pc:sldMk cId="2077614573" sldId="2146848316"/>
            <ac:spMk id="10847" creationId="{CDB448F4-DDEA-7232-A26A-9F4C6D8EBAFB}"/>
          </ac:spMkLst>
        </pc:spChg>
        <pc:spChg chg="mod">
          <ac:chgData name="Corbin Ferguson" userId="34a864e2-e65e-4cb2-823c-dc28f73f0e40" providerId="ADAL" clId="{8D2D96CF-1319-4CCC-9EA9-073445628049}" dt="2026-03-16T16:02:03.946" v="1375" actId="165"/>
          <ac:spMkLst>
            <pc:docMk/>
            <pc:sldMk cId="2077614573" sldId="2146848316"/>
            <ac:spMk id="10849" creationId="{D706CB23-ECA8-F94E-0123-9D2D8AEEB319}"/>
          </ac:spMkLst>
        </pc:spChg>
        <pc:spChg chg="mod topLvl">
          <ac:chgData name="Corbin Ferguson" userId="34a864e2-e65e-4cb2-823c-dc28f73f0e40" providerId="ADAL" clId="{8D2D96CF-1319-4CCC-9EA9-073445628049}" dt="2026-03-16T16:13:04.178" v="1437" actId="165"/>
          <ac:spMkLst>
            <pc:docMk/>
            <pc:sldMk cId="2077614573" sldId="2146848316"/>
            <ac:spMk id="10864" creationId="{3D49FB3A-FA28-5254-0381-D659100DD293}"/>
          </ac:spMkLst>
        </pc:spChg>
        <pc:spChg chg="mod topLvl">
          <ac:chgData name="Corbin Ferguson" userId="34a864e2-e65e-4cb2-823c-dc28f73f0e40" providerId="ADAL" clId="{8D2D96CF-1319-4CCC-9EA9-073445628049}" dt="2026-03-16T16:13:04.178" v="1437" actId="165"/>
          <ac:spMkLst>
            <pc:docMk/>
            <pc:sldMk cId="2077614573" sldId="2146848316"/>
            <ac:spMk id="10882" creationId="{7E181B4E-AFDE-1988-2754-6F3E2FD335AD}"/>
          </ac:spMkLst>
        </pc:spChg>
        <pc:spChg chg="mod topLvl">
          <ac:chgData name="Corbin Ferguson" userId="34a864e2-e65e-4cb2-823c-dc28f73f0e40" providerId="ADAL" clId="{8D2D96CF-1319-4CCC-9EA9-073445628049}" dt="2026-03-16T16:13:04.178" v="1437" actId="165"/>
          <ac:spMkLst>
            <pc:docMk/>
            <pc:sldMk cId="2077614573" sldId="2146848316"/>
            <ac:spMk id="10901" creationId="{260D5BFC-8D99-2DF3-3788-EC0316444132}"/>
          </ac:spMkLst>
        </pc:spChg>
        <pc:grpChg chg="add del mod modVis">
          <ac:chgData name="Corbin Ferguson" userId="34a864e2-e65e-4cb2-823c-dc28f73f0e40" providerId="ADAL" clId="{8D2D96CF-1319-4CCC-9EA9-073445628049}" dt="2026-03-16T16:13:24.497" v="1455" actId="478"/>
          <ac:grpSpMkLst>
            <pc:docMk/>
            <pc:sldMk cId="2077614573" sldId="2146848316"/>
            <ac:grpSpMk id="14" creationId="{24BD7666-D6A4-D570-E479-D9C1E24A98D3}"/>
          </ac:grpSpMkLst>
        </pc:grpChg>
        <pc:grpChg chg="mod modVis">
          <ac:chgData name="Corbin Ferguson" userId="34a864e2-e65e-4cb2-823c-dc28f73f0e40" providerId="ADAL" clId="{8D2D96CF-1319-4CCC-9EA9-073445628049}" dt="2026-03-16T16:03:17.864" v="1394" actId="14429"/>
          <ac:grpSpMkLst>
            <pc:docMk/>
            <pc:sldMk cId="2077614573" sldId="2146848316"/>
            <ac:grpSpMk id="16" creationId="{1591C2AE-17F1-0EE1-027C-BE8C34BCE3CC}"/>
          </ac:grpSpMkLst>
        </pc:grpChg>
        <pc:grpChg chg="del mod modVis">
          <ac:chgData name="Corbin Ferguson" userId="34a864e2-e65e-4cb2-823c-dc28f73f0e40" providerId="ADAL" clId="{8D2D96CF-1319-4CCC-9EA9-073445628049}" dt="2026-03-16T16:13:38.282" v="1461" actId="478"/>
          <ac:grpSpMkLst>
            <pc:docMk/>
            <pc:sldMk cId="2077614573" sldId="2146848316"/>
            <ac:grpSpMk id="17" creationId="{3B72B237-E1BF-EE5F-0E3B-FDA8A14AE1C8}"/>
          </ac:grpSpMkLst>
        </pc:grpChg>
        <pc:grpChg chg="del mod modVis">
          <ac:chgData name="Corbin Ferguson" userId="34a864e2-e65e-4cb2-823c-dc28f73f0e40" providerId="ADAL" clId="{8D2D96CF-1319-4CCC-9EA9-073445628049}" dt="2026-03-16T16:13:38.282" v="1461" actId="478"/>
          <ac:grpSpMkLst>
            <pc:docMk/>
            <pc:sldMk cId="2077614573" sldId="2146848316"/>
            <ac:grpSpMk id="18" creationId="{75CD6B92-65FC-FE36-FC57-794EA5976853}"/>
          </ac:grpSpMkLst>
        </pc:grpChg>
        <pc:grpChg chg="mod modVis">
          <ac:chgData name="Corbin Ferguson" userId="34a864e2-e65e-4cb2-823c-dc28f73f0e40" providerId="ADAL" clId="{8D2D96CF-1319-4CCC-9EA9-073445628049}" dt="2026-03-16T16:03:23.716" v="1400" actId="14429"/>
          <ac:grpSpMkLst>
            <pc:docMk/>
            <pc:sldMk cId="2077614573" sldId="2146848316"/>
            <ac:grpSpMk id="19" creationId="{501463A7-693C-D89C-0D3F-C9AC66AA15D4}"/>
          </ac:grpSpMkLst>
        </pc:grpChg>
        <pc:grpChg chg="add del">
          <ac:chgData name="Corbin Ferguson" userId="34a864e2-e65e-4cb2-823c-dc28f73f0e40" providerId="ADAL" clId="{8D2D96CF-1319-4CCC-9EA9-073445628049}" dt="2026-03-16T16:13:01.240" v="1432" actId="478"/>
          <ac:grpSpMkLst>
            <pc:docMk/>
            <pc:sldMk cId="2077614573" sldId="2146848316"/>
            <ac:grpSpMk id="23" creationId="{77F3592F-D463-8558-91D1-AF26484A5B05}"/>
          </ac:grpSpMkLst>
        </pc:grpChg>
        <pc:picChg chg="add del mod">
          <ac:chgData name="Corbin Ferguson" userId="34a864e2-e65e-4cb2-823c-dc28f73f0e40" providerId="ADAL" clId="{8D2D96CF-1319-4CCC-9EA9-073445628049}" dt="2026-03-16T15:45:11.303" v="1349" actId="478"/>
          <ac:picMkLst>
            <pc:docMk/>
            <pc:sldMk cId="2077614573" sldId="2146848316"/>
            <ac:picMk id="5" creationId="{1CAC52FA-C254-5FF7-A91C-88C0A8842080}"/>
          </ac:picMkLst>
        </pc:picChg>
        <pc:picChg chg="add del mod">
          <ac:chgData name="Corbin Ferguson" userId="34a864e2-e65e-4cb2-823c-dc28f73f0e40" providerId="ADAL" clId="{8D2D96CF-1319-4CCC-9EA9-073445628049}" dt="2026-03-16T15:48:04.705" v="1352" actId="478"/>
          <ac:picMkLst>
            <pc:docMk/>
            <pc:sldMk cId="2077614573" sldId="2146848316"/>
            <ac:picMk id="9" creationId="{430551EE-87DD-0553-0AFE-29775E2D2392}"/>
          </ac:picMkLst>
        </pc:picChg>
        <pc:picChg chg="add del mod ord">
          <ac:chgData name="Corbin Ferguson" userId="34a864e2-e65e-4cb2-823c-dc28f73f0e40" providerId="ADAL" clId="{8D2D96CF-1319-4CCC-9EA9-073445628049}" dt="2026-03-16T16:01:51.115" v="1374" actId="338"/>
          <ac:picMkLst>
            <pc:docMk/>
            <pc:sldMk cId="2077614573" sldId="2146848316"/>
            <ac:picMk id="11" creationId="{D14058B6-AC8F-6982-F515-E572E1436816}"/>
          </ac:picMkLst>
        </pc:picChg>
        <pc:picChg chg="del">
          <ac:chgData name="Corbin Ferguson" userId="34a864e2-e65e-4cb2-823c-dc28f73f0e40" providerId="ADAL" clId="{8D2D96CF-1319-4CCC-9EA9-073445628049}" dt="2026-03-16T15:42:39.157" v="1345" actId="478"/>
          <ac:picMkLst>
            <pc:docMk/>
            <pc:sldMk cId="2077614573" sldId="2146848316"/>
            <ac:picMk id="15" creationId="{BACB85A8-B9AD-3E0D-DA82-B68BDCBBD8C9}"/>
          </ac:picMkLst>
        </pc:picChg>
        <pc:picChg chg="add del mod">
          <ac:chgData name="Corbin Ferguson" userId="34a864e2-e65e-4cb2-823c-dc28f73f0e40" providerId="ADAL" clId="{8D2D96CF-1319-4CCC-9EA9-073445628049}" dt="2026-03-16T16:15:39.561" v="1507" actId="478"/>
          <ac:picMkLst>
            <pc:docMk/>
            <pc:sldMk cId="2077614573" sldId="2146848316"/>
            <ac:picMk id="8352" creationId="{ED480CF8-327A-1146-55D3-6EEF1CB4996D}"/>
          </ac:picMkLst>
        </pc:picChg>
        <pc:picChg chg="add del mod ord">
          <ac:chgData name="Corbin Ferguson" userId="34a864e2-e65e-4cb2-823c-dc28f73f0e40" providerId="ADAL" clId="{8D2D96CF-1319-4CCC-9EA9-073445628049}" dt="2026-03-16T16:22:46.609" v="1526" actId="478"/>
          <ac:picMkLst>
            <pc:docMk/>
            <pc:sldMk cId="2077614573" sldId="2146848316"/>
            <ac:picMk id="8354" creationId="{C8A49E57-BF04-273B-0328-EA90A1EE242B}"/>
          </ac:picMkLst>
        </pc:picChg>
        <pc:picChg chg="add del mod">
          <ac:chgData name="Corbin Ferguson" userId="34a864e2-e65e-4cb2-823c-dc28f73f0e40" providerId="ADAL" clId="{8D2D96CF-1319-4CCC-9EA9-073445628049}" dt="2026-03-16T16:15:40.381" v="1509" actId="478"/>
          <ac:picMkLst>
            <pc:docMk/>
            <pc:sldMk cId="2077614573" sldId="2146848316"/>
            <ac:picMk id="8356" creationId="{48AA5230-156E-1B19-834E-65774ADBFB8C}"/>
          </ac:picMkLst>
        </pc:picChg>
        <pc:picChg chg="add del mod ord modCrop">
          <ac:chgData name="Corbin Ferguson" userId="34a864e2-e65e-4cb2-823c-dc28f73f0e40" providerId="ADAL" clId="{8D2D96CF-1319-4CCC-9EA9-073445628049}" dt="2026-03-16T16:38:59.731" v="1543" actId="478"/>
          <ac:picMkLst>
            <pc:docMk/>
            <pc:sldMk cId="2077614573" sldId="2146848316"/>
            <ac:picMk id="8358" creationId="{16C12B4B-667C-C698-8AB7-6A7EAEC39E2E}"/>
          </ac:picMkLst>
        </pc:picChg>
        <pc:picChg chg="add del mod ord">
          <ac:chgData name="Corbin Ferguson" userId="34a864e2-e65e-4cb2-823c-dc28f73f0e40" providerId="ADAL" clId="{8D2D96CF-1319-4CCC-9EA9-073445628049}" dt="2026-03-16T16:45:51.625" v="1557" actId="478"/>
          <ac:picMkLst>
            <pc:docMk/>
            <pc:sldMk cId="2077614573" sldId="2146848316"/>
            <ac:picMk id="8360" creationId="{AA1DB74E-7D0E-154A-067C-B10A6CA3976F}"/>
          </ac:picMkLst>
        </pc:picChg>
        <pc:picChg chg="add mod ord">
          <ac:chgData name="Corbin Ferguson" userId="34a864e2-e65e-4cb2-823c-dc28f73f0e40" providerId="ADAL" clId="{8D2D96CF-1319-4CCC-9EA9-073445628049}" dt="2026-03-16T16:45:57.083" v="1559" actId="26606"/>
          <ac:picMkLst>
            <pc:docMk/>
            <pc:sldMk cId="2077614573" sldId="2146848316"/>
            <ac:picMk id="8362" creationId="{5B32580E-8B7E-FCBF-145C-131D2AA75C68}"/>
          </ac:picMkLst>
        </pc:picChg>
        <pc:picChg chg="mod modVis">
          <ac:chgData name="Corbin Ferguson" userId="34a864e2-e65e-4cb2-823c-dc28f73f0e40" providerId="ADAL" clId="{8D2D96CF-1319-4CCC-9EA9-073445628049}" dt="2026-03-16T16:02:36.808" v="1385" actId="14429"/>
          <ac:picMkLst>
            <pc:docMk/>
            <pc:sldMk cId="2077614573" sldId="2146848316"/>
            <ac:picMk id="8369" creationId="{1432331A-ED63-06D9-B692-FAB1A42D7193}"/>
          </ac:picMkLst>
        </pc:picChg>
        <pc:picChg chg="mod modVis">
          <ac:chgData name="Corbin Ferguson" userId="34a864e2-e65e-4cb2-823c-dc28f73f0e40" providerId="ADAL" clId="{8D2D96CF-1319-4CCC-9EA9-073445628049}" dt="2026-03-16T16:03:39.595" v="1410" actId="14429"/>
          <ac:picMkLst>
            <pc:docMk/>
            <pc:sldMk cId="2077614573" sldId="2146848316"/>
            <ac:picMk id="9150" creationId="{6A9C2A39-93CA-0897-20FA-17DB258118EA}"/>
          </ac:picMkLst>
        </pc:picChg>
        <pc:picChg chg="mod modVis">
          <ac:chgData name="Corbin Ferguson" userId="34a864e2-e65e-4cb2-823c-dc28f73f0e40" providerId="ADAL" clId="{8D2D96CF-1319-4CCC-9EA9-073445628049}" dt="2026-03-16T16:03:38.213" v="1408" actId="14429"/>
          <ac:picMkLst>
            <pc:docMk/>
            <pc:sldMk cId="2077614573" sldId="2146848316"/>
            <ac:picMk id="9151" creationId="{1CE7A485-6D52-9B7E-BB0D-AC43B0B8B90B}"/>
          </ac:picMkLst>
        </pc:picChg>
        <pc:picChg chg="del">
          <ac:chgData name="Corbin Ferguson" userId="34a864e2-e65e-4cb2-823c-dc28f73f0e40" providerId="ADAL" clId="{8D2D96CF-1319-4CCC-9EA9-073445628049}" dt="2026-03-16T16:13:38.282" v="1461" actId="478"/>
          <ac:picMkLst>
            <pc:docMk/>
            <pc:sldMk cId="2077614573" sldId="2146848316"/>
            <ac:picMk id="10119" creationId="{DA93CEAA-2052-B167-8E52-151AAB275CE4}"/>
          </ac:picMkLst>
        </pc:picChg>
        <pc:picChg chg="del">
          <ac:chgData name="Corbin Ferguson" userId="34a864e2-e65e-4cb2-823c-dc28f73f0e40" providerId="ADAL" clId="{8D2D96CF-1319-4CCC-9EA9-073445628049}" dt="2026-03-16T16:13:38.282" v="1461" actId="478"/>
          <ac:picMkLst>
            <pc:docMk/>
            <pc:sldMk cId="2077614573" sldId="2146848316"/>
            <ac:picMk id="10120" creationId="{8A73F059-DDA2-3BEC-5638-7DA80C4F1400}"/>
          </ac:picMkLst>
        </pc:picChg>
        <pc:picChg chg="add del mod">
          <ac:chgData name="Corbin Ferguson" userId="34a864e2-e65e-4cb2-823c-dc28f73f0e40" providerId="ADAL" clId="{8D2D96CF-1319-4CCC-9EA9-073445628049}" dt="2026-03-16T16:13:02.319" v="1435" actId="22"/>
          <ac:picMkLst>
            <pc:docMk/>
            <pc:sldMk cId="2077614573" sldId="2146848316"/>
            <ac:picMk id="10908" creationId="{5BBDBB99-399A-3E78-8D76-C542D48741AD}"/>
          </ac:picMkLst>
        </pc:picChg>
        <pc:picChg chg="add del mod">
          <ac:chgData name="Corbin Ferguson" userId="34a864e2-e65e-4cb2-823c-dc28f73f0e40" providerId="ADAL" clId="{8D2D96CF-1319-4CCC-9EA9-073445628049}" dt="2026-03-16T16:15:39.901" v="1508" actId="478"/>
          <ac:picMkLst>
            <pc:docMk/>
            <pc:sldMk cId="2077614573" sldId="2146848316"/>
            <ac:picMk id="10910" creationId="{9D937817-7381-1FE2-843B-1E01F2130801}"/>
          </ac:picMkLst>
        </pc:picChg>
      </pc:sldChg>
      <pc:sldChg chg="addSp delSp modSp add mod">
        <pc:chgData name="Corbin Ferguson" userId="34a864e2-e65e-4cb2-823c-dc28f73f0e40" providerId="ADAL" clId="{8D2D96CF-1319-4CCC-9EA9-073445628049}" dt="2026-03-16T16:46:09.342" v="1562" actId="26606"/>
        <pc:sldMkLst>
          <pc:docMk/>
          <pc:sldMk cId="1692918807" sldId="2146848317"/>
        </pc:sldMkLst>
        <pc:spChg chg="mod">
          <ac:chgData name="Corbin Ferguson" userId="34a864e2-e65e-4cb2-823c-dc28f73f0e40" providerId="ADAL" clId="{8D2D96CF-1319-4CCC-9EA9-073445628049}" dt="2026-03-16T16:16:24.772" v="1525" actId="20577"/>
          <ac:spMkLst>
            <pc:docMk/>
            <pc:sldMk cId="1692918807" sldId="2146848317"/>
            <ac:spMk id="2" creationId="{5EBCB58C-1369-EDD7-5D5E-7C1E1415DB2E}"/>
          </ac:spMkLst>
        </pc:spChg>
        <pc:picChg chg="add del mod ord">
          <ac:chgData name="Corbin Ferguson" userId="34a864e2-e65e-4cb2-823c-dc28f73f0e40" providerId="ADAL" clId="{8D2D96CF-1319-4CCC-9EA9-073445628049}" dt="2026-03-16T16:46:03.814" v="1560" actId="478"/>
          <ac:picMkLst>
            <pc:docMk/>
            <pc:sldMk cId="1692918807" sldId="2146848317"/>
            <ac:picMk id="5" creationId="{3B859A28-2ACE-A4B7-DEC7-316954D7B566}"/>
          </ac:picMkLst>
        </pc:picChg>
        <pc:picChg chg="add mod ord">
          <ac:chgData name="Corbin Ferguson" userId="34a864e2-e65e-4cb2-823c-dc28f73f0e40" providerId="ADAL" clId="{8D2D96CF-1319-4CCC-9EA9-073445628049}" dt="2026-03-16T16:46:09.342" v="1562" actId="26606"/>
          <ac:picMkLst>
            <pc:docMk/>
            <pc:sldMk cId="1692918807" sldId="2146848317"/>
            <ac:picMk id="9" creationId="{A889D74E-A641-8FCA-9F55-93231CDB546D}"/>
          </ac:picMkLst>
        </pc:picChg>
        <pc:picChg chg="del mod">
          <ac:chgData name="Corbin Ferguson" userId="34a864e2-e65e-4cb2-823c-dc28f73f0e40" providerId="ADAL" clId="{8D2D96CF-1319-4CCC-9EA9-073445628049}" dt="2026-03-16T16:42:30.470" v="1553" actId="478"/>
          <ac:picMkLst>
            <pc:docMk/>
            <pc:sldMk cId="1692918807" sldId="2146848317"/>
            <ac:picMk id="8352" creationId="{80F05C8E-9631-A510-8677-5DD7385BC4AE}"/>
          </ac:picMkLst>
        </pc:picChg>
        <pc:picChg chg="del">
          <ac:chgData name="Corbin Ferguson" userId="34a864e2-e65e-4cb2-823c-dc28f73f0e40" providerId="ADAL" clId="{8D2D96CF-1319-4CCC-9EA9-073445628049}" dt="2026-03-16T16:15:22.910" v="1499" actId="478"/>
          <ac:picMkLst>
            <pc:docMk/>
            <pc:sldMk cId="1692918807" sldId="2146848317"/>
            <ac:picMk id="8354" creationId="{E90019A8-76BA-2ED0-32B4-272D74BDE709}"/>
          </ac:picMkLst>
        </pc:picChg>
        <pc:picChg chg="del mod">
          <ac:chgData name="Corbin Ferguson" userId="34a864e2-e65e-4cb2-823c-dc28f73f0e40" providerId="ADAL" clId="{8D2D96CF-1319-4CCC-9EA9-073445628049}" dt="2026-03-16T16:42:30.820" v="1554" actId="478"/>
          <ac:picMkLst>
            <pc:docMk/>
            <pc:sldMk cId="1692918807" sldId="2146848317"/>
            <ac:picMk id="8356" creationId="{D199DA8A-A808-1059-BF00-DD0A3C6CA781}"/>
          </ac:picMkLst>
        </pc:picChg>
        <pc:picChg chg="del mod">
          <ac:chgData name="Corbin Ferguson" userId="34a864e2-e65e-4cb2-823c-dc28f73f0e40" providerId="ADAL" clId="{8D2D96CF-1319-4CCC-9EA9-073445628049}" dt="2026-03-16T16:42:30.138" v="1552" actId="478"/>
          <ac:picMkLst>
            <pc:docMk/>
            <pc:sldMk cId="1692918807" sldId="2146848317"/>
            <ac:picMk id="10910" creationId="{5EB4AF2A-E1DF-5181-7810-0E4B05E08A25}"/>
          </ac:picMkLst>
        </pc:pic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https://endresshauser-my.sharepoint.com/personal/corbin_ferguson_endress_com/Documents/ThesisBuildTool/Test%20Cases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https://endresshauser-my.sharepoint.com/personal/corbin_ferguson_endress_com/Documents/ThesisBuildTool/Test%20Cases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https://endresshauser-my.sharepoint.com/personal/corbin_ferguson_endress_com/Documents/ThesisBuildTool/Test%20Cases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https://endresshauser-my.sharepoint.com/personal/corbin_ferguson_endress_com/Documents/ThesisBuildTool/Test%20Cases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00" b="1" i="0" u="none" strike="noStrike" kern="1200" baseline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pPr>
            <a:r>
              <a:rPr lang="en-US">
                <a:solidFill>
                  <a:schemeClr val="dk1"/>
                </a:solidFill>
                <a:latin typeface="+mn-lt"/>
                <a:ea typeface="+mn-ea"/>
                <a:cs typeface="+mn-cs"/>
              </a:rPr>
              <a:t>Test</a:t>
            </a:r>
            <a:r>
              <a:rPr lang="en-US" baseline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Performance</a:t>
            </a:r>
            <a:endParaRPr lang="en-US" baseline="0"/>
          </a:p>
        </c:rich>
      </c:tx>
      <c:overlay val="0"/>
      <c:spPr>
        <a:solidFill>
          <a:schemeClr val="lt1"/>
        </a:solidFill>
        <a:ln w="12700" cap="flat" cmpd="sng" algn="ctr">
          <a:solidFill>
            <a:schemeClr val="dk1"/>
          </a:solidFill>
          <a:prstDash val="solid"/>
          <a:miter lim="800000"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1" i="0" u="none" strike="noStrike" kern="1200" baseline="0">
              <a:solidFill>
                <a:schemeClr val="dk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6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  <a:prstDash val="solid"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1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bestFit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6"/>
          </a:solidFill>
          <a:ln>
            <a:noFill/>
          </a:ln>
          <a:effectLst/>
        </c:spPr>
      </c:pivotFmt>
    </c:pivotFmts>
    <c:plotArea>
      <c:layout/>
      <c:pieChart>
        <c:varyColors val="1"/>
        <c:ser>
          <c:idx val="0"/>
          <c:order val="0"/>
          <c:explosion val="17"/>
          <c:dPt>
            <c:idx val="0"/>
            <c:bubble3D val="0"/>
            <c:spPr>
              <a:solidFill>
                <a:schemeClr val="accent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F8ED-407F-AFC0-CA1174EFFE99}"/>
              </c:ext>
            </c:extLst>
          </c:dPt>
          <c:dPt>
            <c:idx val="1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8ED-407F-AFC0-CA1174EFFE99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8ED-407F-AFC0-CA1174EFFE99}"/>
              </c:ext>
            </c:extLst>
          </c:dPt>
          <c:dPt>
            <c:idx val="3"/>
            <c:bubble3D val="0"/>
            <c:spPr>
              <a:solidFill>
                <a:schemeClr val="accent6">
                  <a:lumMod val="60000"/>
                </a:schemeClr>
              </a:solidFill>
              <a:ln>
                <a:noFill/>
              </a:ln>
              <a:effectLst/>
            </c:spPr>
          </c:dPt>
          <c:dLbls>
            <c:dLbl>
              <c:idx val="0"/>
              <c:layout>
                <c:manualLayout>
                  <c:x val="1.6566805092914468E-2"/>
                  <c:y val="9.813051679184806E-2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F8ED-407F-AFC0-CA1174EFFE99}"/>
                </c:ext>
              </c:extLst>
            </c:dLbl>
            <c:spPr>
              <a:noFill/>
              <a:ln>
                <a:noFill/>
                <a:prstDash val="solid"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shade val="95000"/>
                      <a:satMod val="105000"/>
                    </a:schemeClr>
                  </a:solidFill>
                  <a:prstDash val="solid"/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Tests!$H$1:$H$4</c:f>
              <c:strCache>
                <c:ptCount val="4"/>
                <c:pt idx="0">
                  <c:v>Not Implemented</c:v>
                </c:pt>
                <c:pt idx="1">
                  <c:v>Pass</c:v>
                </c:pt>
                <c:pt idx="2">
                  <c:v>Fail</c:v>
                </c:pt>
                <c:pt idx="3">
                  <c:v>Skipped</c:v>
                </c:pt>
              </c:strCache>
            </c:strRef>
          </c:cat>
          <c:val>
            <c:numRef>
              <c:f>Tests!$I$1:$I$4</c:f>
              <c:numCache>
                <c:formatCode>General</c:formatCode>
                <c:ptCount val="4"/>
                <c:pt idx="0">
                  <c:v>0</c:v>
                </c:pt>
                <c:pt idx="1">
                  <c:v>70</c:v>
                </c:pt>
                <c:pt idx="2">
                  <c:v>11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F8ED-407F-AFC0-CA1174EFFE99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r"/>
      <c:legendEntry>
        <c:idx val="0"/>
        <c:txPr>
          <a:bodyPr rot="0" spcFirstLastPara="1" vertOverflow="ellipsis" vert="horz" wrap="square" anchor="ctr" anchorCtr="1"/>
          <a:lstStyle/>
          <a:p>
            <a:pPr rtl="0"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ayout>
        <c:manualLayout>
          <c:xMode val="edge"/>
          <c:yMode val="edge"/>
          <c:x val="0.73137976127113624"/>
          <c:y val="0.29497317299929304"/>
          <c:w val="0.26074367497005418"/>
          <c:h val="0.33905413436220977"/>
        </c:manualLayout>
      </c:layout>
      <c:overlay val="0"/>
      <c:spPr>
        <a:noFill/>
        <a:ln>
          <a:noFill/>
          <a:prstDash val="solid"/>
        </a:ln>
        <a:effectLst/>
      </c:spPr>
      <c:txPr>
        <a:bodyPr rot="0" spcFirstLastPara="1" vertOverflow="ellipsis" vert="horz" wrap="square" anchor="ctr" anchorCtr="1"/>
        <a:lstStyle/>
        <a:p>
          <a:pPr rtl="0">
            <a:defRPr sz="16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1"/>
  </c:chart>
  <c:spPr>
    <a:solidFill>
      <a:schemeClr val="bg1"/>
    </a:solidFill>
    <a:ln w="9525" cap="flat" cmpd="sng" algn="ctr">
      <a:solidFill>
        <a:schemeClr val="tx1">
          <a:lumMod val="15000"/>
          <a:lumOff val="85000"/>
        </a:schemeClr>
      </a:solidFill>
      <a:prstDash val="solid"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00" b="1" i="0" u="none" strike="noStrike" kern="1200" baseline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chemeClr val="dk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Execute Tests</a:t>
            </a:r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ysClr val="windowText" lastClr="000000">
                  <a:lumMod val="65000"/>
                  <a:lumOff val="35000"/>
                </a:sysClr>
              </a:solidFill>
              <a:effectLst/>
              <a:uLnTx/>
              <a:uFillTx/>
              <a:latin typeface="+mn-lt"/>
            </a:endParaRPr>
          </a:p>
        </c:rich>
      </c:tx>
      <c:overlay val="0"/>
      <c:spPr>
        <a:solidFill>
          <a:schemeClr val="lt1"/>
        </a:solidFill>
        <a:ln w="12700" cap="flat" cmpd="sng" algn="ctr">
          <a:solidFill>
            <a:schemeClr val="dk1"/>
          </a:solidFill>
          <a:prstDash val="solid"/>
          <a:miter lim="800000"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1" i="0" u="none" strike="noStrike" kern="1200" baseline="0">
              <a:solidFill>
                <a:schemeClr val="dk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1"/>
          <c:order val="0"/>
          <c:dPt>
            <c:idx val="0"/>
            <c:bubble3D val="0"/>
            <c:spPr>
              <a:solidFill>
                <a:schemeClr val="accent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EB28-49EB-80B9-83869741E86F}"/>
              </c:ext>
            </c:extLst>
          </c:dPt>
          <c:dPt>
            <c:idx val="1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EB28-49EB-80B9-83869741E86F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EB28-49EB-80B9-83869741E86F}"/>
              </c:ext>
            </c:extLst>
          </c:dPt>
          <c:dPt>
            <c:idx val="3"/>
            <c:bubble3D val="0"/>
            <c:spPr>
              <a:solidFill>
                <a:schemeClr val="accent6">
                  <a:lumMod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EB28-49EB-80B9-83869741E86F}"/>
              </c:ext>
            </c:extLst>
          </c:dPt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B28-49EB-80B9-83869741E86F}"/>
                </c:ext>
              </c:extLst>
            </c:dLbl>
            <c:dLbl>
              <c:idx val="2"/>
              <c:layout>
                <c:manualLayout>
                  <c:x val="-2.4362369563660827E-3"/>
                  <c:y val="-3.5661306899524429E-4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B28-49EB-80B9-83869741E86F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B28-49EB-80B9-83869741E86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shade val="95000"/>
                      <a:satMod val="105000"/>
                    </a:schemeClr>
                  </a:solidFill>
                  <a:prstDash val="solid"/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Tests!$H$8:$H$11</c:f>
              <c:strCache>
                <c:ptCount val="4"/>
                <c:pt idx="0">
                  <c:v>Not Implemented</c:v>
                </c:pt>
                <c:pt idx="1">
                  <c:v>Pass</c:v>
                </c:pt>
                <c:pt idx="2">
                  <c:v>Fail</c:v>
                </c:pt>
                <c:pt idx="3">
                  <c:v>Skipped</c:v>
                </c:pt>
              </c:strCache>
            </c:strRef>
          </c:cat>
          <c:val>
            <c:numRef>
              <c:f>Tests!$I$8:$I$11</c:f>
              <c:numCache>
                <c:formatCode>General</c:formatCode>
                <c:ptCount val="4"/>
                <c:pt idx="0">
                  <c:v>0</c:v>
                </c:pt>
                <c:pt idx="1">
                  <c:v>42</c:v>
                </c:pt>
                <c:pt idx="2">
                  <c:v>7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EB28-49EB-80B9-83869741E86F}"/>
            </c:ext>
          </c:extLst>
        </c:ser>
        <c:ser>
          <c:idx val="0"/>
          <c:order val="1"/>
          <c:dPt>
            <c:idx val="0"/>
            <c:bubble3D val="0"/>
            <c:spPr>
              <a:solidFill>
                <a:schemeClr val="accent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A-EB28-49EB-80B9-83869741E86F}"/>
              </c:ext>
            </c:extLst>
          </c:dPt>
          <c:dPt>
            <c:idx val="1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C-EB28-49EB-80B9-83869741E86F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E-EB28-49EB-80B9-83869741E86F}"/>
              </c:ext>
            </c:extLst>
          </c:dPt>
          <c:dPt>
            <c:idx val="3"/>
            <c:bubble3D val="0"/>
            <c:spPr>
              <a:solidFill>
                <a:schemeClr val="accent6">
                  <a:lumMod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0-EB28-49EB-80B9-83869741E86F}"/>
              </c:ext>
            </c:extLst>
          </c:dPt>
          <c:dLbls>
            <c:dLbl>
              <c:idx val="1"/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EB28-49EB-80B9-83869741E86F}"/>
                </c:ext>
              </c:extLst>
            </c:dLbl>
            <c:dLbl>
              <c:idx val="2"/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EB28-49EB-80B9-83869741E86F}"/>
                </c:ext>
              </c:extLst>
            </c:dLbl>
            <c:spPr>
              <a:noFill/>
              <a:ln>
                <a:noFill/>
                <a:prstDash val="solid"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/>
            </c:extLst>
          </c:dLbls>
          <c:cat>
            <c:strRef>
              <c:f>Tests!$H$8:$H$11</c:f>
              <c:strCache>
                <c:ptCount val="4"/>
                <c:pt idx="0">
                  <c:v>Not Implemented</c:v>
                </c:pt>
                <c:pt idx="1">
                  <c:v>Pass</c:v>
                </c:pt>
                <c:pt idx="2">
                  <c:v>Fail</c:v>
                </c:pt>
                <c:pt idx="3">
                  <c:v>Skipped</c:v>
                </c:pt>
              </c:strCache>
            </c:strRef>
          </c:cat>
          <c:val>
            <c:numRef>
              <c:f>Tests!$I$8:$I$11</c:f>
              <c:numCache>
                <c:formatCode>General</c:formatCode>
                <c:ptCount val="4"/>
                <c:pt idx="0">
                  <c:v>0</c:v>
                </c:pt>
                <c:pt idx="1">
                  <c:v>42</c:v>
                </c:pt>
                <c:pt idx="2">
                  <c:v>7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EB28-49EB-80B9-83869741E86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  <a:prstDash val="solid"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1"/>
  </c:chart>
  <c:spPr>
    <a:solidFill>
      <a:schemeClr val="bg1"/>
    </a:solidFill>
    <a:ln w="9525" cap="flat" cmpd="sng" algn="ctr">
      <a:solidFill>
        <a:schemeClr val="tx1">
          <a:lumMod val="15000"/>
          <a:lumOff val="85000"/>
        </a:schemeClr>
      </a:solidFill>
      <a:prstDash val="solid"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pPr>
            <a:r>
              <a:rPr lang="en-US">
                <a:solidFill>
                  <a:schemeClr val="dk1"/>
                </a:solidFill>
                <a:latin typeface="+mn-lt"/>
                <a:ea typeface="+mn-ea"/>
                <a:cs typeface="+mn-cs"/>
              </a:rPr>
              <a:t>XMLHandler</a:t>
            </a:r>
            <a:endParaRPr lang="en-US"/>
          </a:p>
        </c:rich>
      </c:tx>
      <c:overlay val="0"/>
      <c:spPr>
        <a:solidFill>
          <a:schemeClr val="lt1"/>
        </a:solidFill>
        <a:ln w="12700" cap="flat" cmpd="sng" algn="ctr">
          <a:solidFill>
            <a:schemeClr val="dk1"/>
          </a:solidFill>
          <a:prstDash val="solid"/>
          <a:miter lim="800000"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dk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1"/>
          <c:order val="0"/>
          <c:dPt>
            <c:idx val="0"/>
            <c:bubble3D val="0"/>
            <c:spPr>
              <a:solidFill>
                <a:schemeClr val="accent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0-7C77-435E-A7B6-E83257EAC3F7}"/>
              </c:ext>
            </c:extLst>
          </c:dPt>
          <c:dPt>
            <c:idx val="1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7C77-435E-A7B6-E83257EAC3F7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7C77-435E-A7B6-E83257EAC3F7}"/>
              </c:ext>
            </c:extLst>
          </c:dPt>
          <c:dPt>
            <c:idx val="3"/>
            <c:bubble3D val="0"/>
            <c:spPr>
              <a:solidFill>
                <a:schemeClr val="accent6">
                  <a:lumMod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7C77-435E-A7B6-E83257EAC3F7}"/>
              </c:ext>
            </c:extLst>
          </c:dPt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7C77-435E-A7B6-E83257EAC3F7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C77-435E-A7B6-E83257EAC3F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shade val="95000"/>
                      <a:satMod val="105000"/>
                    </a:schemeClr>
                  </a:solidFill>
                  <a:prstDash val="solid"/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Tests!$H$14:$H$17</c:f>
              <c:strCache>
                <c:ptCount val="4"/>
                <c:pt idx="0">
                  <c:v>Not Implemented</c:v>
                </c:pt>
                <c:pt idx="1">
                  <c:v>Pass</c:v>
                </c:pt>
                <c:pt idx="2">
                  <c:v>Fail</c:v>
                </c:pt>
                <c:pt idx="3">
                  <c:v>Skipped</c:v>
                </c:pt>
              </c:strCache>
            </c:strRef>
          </c:cat>
          <c:val>
            <c:numRef>
              <c:f>Tests!$I$14:$I$17</c:f>
              <c:numCache>
                <c:formatCode>General</c:formatCode>
                <c:ptCount val="4"/>
                <c:pt idx="0">
                  <c:v>0</c:v>
                </c:pt>
                <c:pt idx="1">
                  <c:v>15</c:v>
                </c:pt>
                <c:pt idx="2">
                  <c:v>4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C77-435E-A7B6-E83257EAC3F7}"/>
            </c:ext>
          </c:extLst>
        </c:ser>
        <c:ser>
          <c:idx val="0"/>
          <c:order val="1"/>
          <c:dPt>
            <c:idx val="0"/>
            <c:bubble3D val="0"/>
            <c:spPr>
              <a:solidFill>
                <a:schemeClr val="accent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7C77-435E-A7B6-E83257EAC3F7}"/>
              </c:ext>
            </c:extLst>
          </c:dPt>
          <c:dPt>
            <c:idx val="1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7C77-435E-A7B6-E83257EAC3F7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A-7C77-435E-A7B6-E83257EAC3F7}"/>
              </c:ext>
            </c:extLst>
          </c:dPt>
          <c:dPt>
            <c:idx val="3"/>
            <c:bubble3D val="0"/>
            <c:spPr>
              <a:solidFill>
                <a:schemeClr val="accent6">
                  <a:lumMod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C-7C77-435E-A7B6-E83257EAC3F7}"/>
              </c:ext>
            </c:extLst>
          </c:dPt>
          <c:cat>
            <c:strRef>
              <c:f>Tests!$H$14:$H$17</c:f>
              <c:strCache>
                <c:ptCount val="4"/>
                <c:pt idx="0">
                  <c:v>Not Implemented</c:v>
                </c:pt>
                <c:pt idx="1">
                  <c:v>Pass</c:v>
                </c:pt>
                <c:pt idx="2">
                  <c:v>Fail</c:v>
                </c:pt>
                <c:pt idx="3">
                  <c:v>Skipped</c:v>
                </c:pt>
              </c:strCache>
            </c:strRef>
          </c:cat>
          <c:val>
            <c:numRef>
              <c:f>Tests!$I$14:$I$17</c:f>
              <c:numCache>
                <c:formatCode>General</c:formatCode>
                <c:ptCount val="4"/>
                <c:pt idx="0">
                  <c:v>0</c:v>
                </c:pt>
                <c:pt idx="1">
                  <c:v>15</c:v>
                </c:pt>
                <c:pt idx="2">
                  <c:v>4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7C77-435E-A7B6-E83257EAC3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solidFill>
      <a:srgbClr val="FFFFFF"/>
    </a:solidFill>
    <a:ln w="9525" cap="flat" cmpd="sng" algn="ctr">
      <a:noFill/>
      <a:prstDash val="solid"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pPr>
            <a:r>
              <a:rPr lang="en-US">
                <a:solidFill>
                  <a:schemeClr val="dk1"/>
                </a:solidFill>
                <a:latin typeface="+mn-lt"/>
                <a:ea typeface="+mn-ea"/>
                <a:cs typeface="+mn-cs"/>
              </a:rPr>
              <a:t>GUI_Test</a:t>
            </a:r>
            <a:endParaRPr lang="en-US"/>
          </a:p>
        </c:rich>
      </c:tx>
      <c:overlay val="0"/>
      <c:spPr>
        <a:solidFill>
          <a:schemeClr val="lt1"/>
        </a:solidFill>
        <a:ln w="12700" cap="flat" cmpd="sng" algn="ctr">
          <a:solidFill>
            <a:schemeClr val="dk1"/>
          </a:solidFill>
          <a:prstDash val="solid"/>
          <a:miter lim="800000"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dk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6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D9B-48E9-A272-8A369BF16D1B}"/>
              </c:ext>
            </c:extLst>
          </c:dPt>
          <c:dPt>
            <c:idx val="1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CD9B-48E9-A272-8A369BF16D1B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CD9B-48E9-A272-8A369BF16D1B}"/>
              </c:ext>
            </c:extLst>
          </c:dPt>
          <c:dPt>
            <c:idx val="3"/>
            <c:bubble3D val="0"/>
            <c:spPr>
              <a:solidFill>
                <a:schemeClr val="accent6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CD9B-48E9-A272-8A369BF16D1B}"/>
              </c:ext>
            </c:extLst>
          </c:dPt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CD9B-48E9-A272-8A369BF16D1B}"/>
                </c:ext>
              </c:extLst>
            </c:dLbl>
            <c:dLbl>
              <c:idx val="1"/>
              <c:layout>
                <c:manualLayout>
                  <c:x val="1.3770975509354173E-2"/>
                  <c:y val="-2.0030230193102329E-2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CD9B-48E9-A272-8A369BF16D1B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D9B-48E9-A272-8A369BF16D1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Tests!$H$20:$H$23</c:f>
              <c:strCache>
                <c:ptCount val="4"/>
                <c:pt idx="0">
                  <c:v>Not Implemented</c:v>
                </c:pt>
                <c:pt idx="1">
                  <c:v>Pass</c:v>
                </c:pt>
                <c:pt idx="2">
                  <c:v>Fail</c:v>
                </c:pt>
                <c:pt idx="3">
                  <c:v>Skipped</c:v>
                </c:pt>
              </c:strCache>
            </c:strRef>
          </c:cat>
          <c:val>
            <c:numRef>
              <c:f>Tests!$I$20:$I$23</c:f>
              <c:numCache>
                <c:formatCode>General</c:formatCode>
                <c:ptCount val="4"/>
                <c:pt idx="0">
                  <c:v>0</c:v>
                </c:pt>
                <c:pt idx="1">
                  <c:v>13</c:v>
                </c:pt>
                <c:pt idx="2">
                  <c:v>0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D9B-48E9-A272-8A369BF16D1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solidFill>
      <a:srgbClr val="FFFFFF"/>
    </a:soli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omments/modernComment_7FF64E2C_E082990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56C706D-509E-4C8A-87BA-280BEA73EA40}" authorId="{C5CB79AA-8EBF-1E57-EC02-8B657B2EB377}" created="2026-03-16T15:13:51.405">
    <pc:sldMkLst xmlns:pc="http://schemas.microsoft.com/office/powerpoint/2013/main/command">
      <pc:docMk/>
      <pc:sldMk cId="3766655233" sldId="2146848300"/>
    </pc:sldMkLst>
    <p188:txBody>
      <a:bodyPr/>
      <a:lstStyle/>
      <a:p>
        <a:r>
          <a:rPr lang="en-US"/>
          <a:t>If there continues to be failing tests, highlight why. Explain why the 1 test is skipped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eader Placeholder 5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2"/>
          </p:nvPr>
        </p:nvSpPr>
        <p:spPr>
          <a:xfrm>
            <a:off x="0" y="9428163"/>
            <a:ext cx="2946400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quarter" idx="1"/>
          </p:nvPr>
        </p:nvSpPr>
        <p:spPr>
          <a:xfrm>
            <a:off x="3852863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AB45C9-81B3-4A94-8767-58F068DAE020}" type="datetimeFigureOut">
              <a:rPr lang="en-US" smtClean="0"/>
              <a:t>3/16/2026</a:t>
            </a:fld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3"/>
          </p:nvPr>
        </p:nvSpPr>
        <p:spPr>
          <a:xfrm>
            <a:off x="3852863" y="9428163"/>
            <a:ext cx="2946400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109B46-CBCC-4BDD-A65B-1107FD00FF4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81605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71463" y="44450"/>
            <a:ext cx="6234113" cy="403225"/>
          </a:xfrm>
          <a:prstGeom prst="rect">
            <a:avLst/>
          </a:prstGeom>
        </p:spPr>
        <p:txBody>
          <a:bodyPr vert="horz" wrap="none" lIns="91440" tIns="45720" rIns="91440" bIns="45720" rtlCol="0">
            <a:noAutofit/>
          </a:bodyPr>
          <a:lstStyle>
            <a:lvl1pPr algn="l">
              <a:defRPr sz="1800"/>
            </a:lvl1pPr>
          </a:lstStyle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3" name="Slide Image Placeholder 2"/>
          <p:cNvSpPr>
            <a:spLocks noGrp="1" noRot="1" noChangeAspect="1"/>
          </p:cNvSpPr>
          <p:nvPr>
            <p:ph type="sldImg" idx="2"/>
          </p:nvPr>
        </p:nvSpPr>
        <p:spPr>
          <a:xfrm>
            <a:off x="295611" y="3835400"/>
            <a:ext cx="6224116" cy="350106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>
          <a:xfrm>
            <a:off x="1446281" y="9582622"/>
            <a:ext cx="3908288" cy="2308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Insert footer information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>
          <a:xfrm>
            <a:off x="6273443" y="9582622"/>
            <a:ext cx="209352" cy="230832"/>
          </a:xfrm>
          <a:prstGeom prst="rect">
            <a:avLst/>
          </a:prstGeom>
        </p:spPr>
        <p:txBody>
          <a:bodyPr vert="horz" wrap="none" lIns="91440" tIns="45720" rIns="0" bIns="45720" rtlCol="0" anchor="ctr">
            <a:noAutofit/>
          </a:bodyPr>
          <a:lstStyle>
            <a:lvl1pPr algn="r">
              <a:defRPr sz="900"/>
            </a:lvl1pPr>
          </a:lstStyle>
          <a:p>
            <a:fld id="{C6E303EA-09C3-495B-8565-6524796C22FB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6" name="Notes Placeholder 5"/>
          <p:cNvSpPr>
            <a:spLocks noGrp="1"/>
          </p:cNvSpPr>
          <p:nvPr>
            <p:ph type="body" sz="quarter" idx="3"/>
          </p:nvPr>
        </p:nvSpPr>
        <p:spPr>
          <a:xfrm>
            <a:off x="271463" y="530225"/>
            <a:ext cx="6234112" cy="30686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idx="1"/>
          </p:nvPr>
        </p:nvSpPr>
        <p:spPr>
          <a:xfrm>
            <a:off x="274638" y="9588029"/>
            <a:ext cx="1127125" cy="22542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noAutofit/>
          </a:bodyPr>
          <a:lstStyle>
            <a:lvl1pPr algn="l">
              <a:defRPr sz="900"/>
            </a:lvl1pPr>
          </a:lstStyle>
          <a:p>
            <a:fld id="{7305D29C-7523-4ABE-8CB4-FD5FDA2414D8}" type="datetimeFigureOut">
              <a:rPr lang="en-US" noProof="0" smtClean="0"/>
              <a:pPr/>
              <a:t>3/16/2026</a:t>
            </a:fld>
            <a:endParaRPr lang="en-US" noProof="0" dirty="0"/>
          </a:p>
        </p:txBody>
      </p:sp>
      <p:sp>
        <p:nvSpPr>
          <p:cNvPr id="9" name="Text Box 12"/>
          <p:cNvSpPr txBox="1">
            <a:spLocks noChangeArrowheads="1"/>
          </p:cNvSpPr>
          <p:nvPr/>
        </p:nvSpPr>
        <p:spPr bwMode="auto">
          <a:xfrm>
            <a:off x="274638" y="8781580"/>
            <a:ext cx="6324600" cy="796279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lIns="90078" tIns="45039" rIns="90078" bIns="45039" anchor="ctr">
            <a:spAutoFit/>
          </a:bodyPr>
          <a:lstStyle/>
          <a:p>
            <a:pPr defTabSz="900113" eaLnBrk="0" hangingPunct="0">
              <a:lnSpc>
                <a:spcPts val="1088"/>
              </a:lnSpc>
              <a:buFontTx/>
              <a:buChar char="-"/>
            </a:pPr>
            <a:r>
              <a:rPr lang="de-DE" sz="900" dirty="0">
                <a:latin typeface="E+H Serif" pitchFamily="18" charset="0"/>
              </a:rPr>
              <a:t> - - - - - - - - - - - - - - - - - - - - - - - - - - - - - - - - - - - - - - - - - - - - - - - - - - - - - - - - - - - - - - - - - - - - - - - - - - - - - - - - - - - - -</a:t>
            </a:r>
          </a:p>
          <a:p>
            <a:pPr defTabSz="900113" eaLnBrk="0" hangingPunct="0">
              <a:lnSpc>
                <a:spcPts val="1088"/>
              </a:lnSpc>
              <a:buFontTx/>
              <a:buChar char="-"/>
            </a:pPr>
            <a:endParaRPr lang="de-DE" sz="900" dirty="0">
              <a:latin typeface="E+H Serif" pitchFamily="18" charset="0"/>
            </a:endParaRPr>
          </a:p>
          <a:p>
            <a:pPr defTabSz="900113" eaLnBrk="0" hangingPunct="0">
              <a:lnSpc>
                <a:spcPts val="1088"/>
              </a:lnSpc>
              <a:buFontTx/>
              <a:buChar char="-"/>
            </a:pPr>
            <a:r>
              <a:rPr lang="de-DE" sz="900" dirty="0">
                <a:latin typeface="E+H Serif" pitchFamily="18" charset="0"/>
              </a:rPr>
              <a:t> - - - - - - - - - - - - - - - - - - - - - - - - - - - - - - - - - - - - - - - - - - - - - - - - - - - - - - - - - - - - - - - - - - - - - - - - - - - - - - - - - - - - -</a:t>
            </a:r>
          </a:p>
          <a:p>
            <a:pPr defTabSz="900113" eaLnBrk="0" hangingPunct="0">
              <a:lnSpc>
                <a:spcPts val="1088"/>
              </a:lnSpc>
              <a:buFontTx/>
              <a:buChar char="-"/>
            </a:pPr>
            <a:endParaRPr lang="de-DE" sz="900" dirty="0">
              <a:latin typeface="E+H Serif" pitchFamily="18" charset="0"/>
            </a:endParaRPr>
          </a:p>
          <a:p>
            <a:pPr defTabSz="900113" eaLnBrk="0" hangingPunct="0">
              <a:lnSpc>
                <a:spcPts val="1088"/>
              </a:lnSpc>
              <a:buFontTx/>
              <a:buChar char="-"/>
            </a:pPr>
            <a:r>
              <a:rPr lang="de-DE" sz="900" dirty="0">
                <a:latin typeface="E+H Serif" pitchFamily="18" charset="0"/>
              </a:rPr>
              <a:t> - - - - - - - - - - - - - - - - - - - - - - - - - - - - - - - - - - - - - - - - - - - - - - - - - - - - - - - - - - - - - - - - - - - - - - - - - - - - - - - - - - - - -</a:t>
            </a:r>
          </a:p>
        </p:txBody>
      </p:sp>
    </p:spTree>
    <p:extLst>
      <p:ext uri="{BB962C8B-B14F-4D97-AF65-F5344CB8AC3E}">
        <p14:creationId xmlns:p14="http://schemas.microsoft.com/office/powerpoint/2010/main" val="1986378672"/>
      </p:ext>
    </p:extLst>
  </p:cSld>
  <p:clrMap bg1="lt1" tx1="dk1" bg2="lt2" tx2="dk2" accent1="accent1" accent2="accent2" accent3="accent3" accent4="accent4" accent5="accent5" accent6="accent6" hlink="hlink" folHlink="folHlink"/>
  <p:hf ftr="0" dt="0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E+H Serif" pitchFamily="18" charset="0"/>
        <a:ea typeface="+mn-ea"/>
        <a:cs typeface="+mn-cs"/>
      </a:defRPr>
    </a:lvl1pPr>
    <a:lvl2pPr marL="361950" indent="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E+H Serif" pitchFamily="2" charset="0"/>
        <a:ea typeface="+mn-ea"/>
        <a:cs typeface="+mn-cs"/>
      </a:defRPr>
    </a:lvl2pPr>
    <a:lvl3pPr marL="712788" indent="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E+H Serif" pitchFamily="2" charset="0"/>
        <a:ea typeface="+mn-ea"/>
        <a:cs typeface="+mn-cs"/>
      </a:defRPr>
    </a:lvl3pPr>
    <a:lvl4pPr marL="1073150" indent="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E+H Serif" pitchFamily="2" charset="0"/>
        <a:ea typeface="+mn-ea"/>
        <a:cs typeface="+mn-cs"/>
      </a:defRPr>
    </a:lvl4pPr>
    <a:lvl5pPr marL="1435100" indent="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E+H Serif" pitchFamily="2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Title Slide" preserve="1" userDrawn="1">
  <p:cSld name="E+H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Shape">
            <a:extLst>
              <a:ext uri="{FF2B5EF4-FFF2-40B4-BE49-F238E27FC236}">
                <a16:creationId xmlns:a16="http://schemas.microsoft.com/office/drawing/2014/main" id="{198C7814-7571-587E-9D5C-D9CB9EE6DC1D}"/>
              </a:ext>
            </a:extLst>
          </p:cNvPr>
          <p:cNvSpPr>
            <a:spLocks/>
          </p:cNvSpPr>
          <p:nvPr userDrawn="1"/>
        </p:nvSpPr>
        <p:spPr bwMode="gray">
          <a:xfrm>
            <a:off x="334962" y="0"/>
            <a:ext cx="11857038" cy="6264000"/>
          </a:xfrm>
          <a:prstGeom prst="rect">
            <a:avLst/>
          </a:prstGeom>
          <a:solidFill>
            <a:srgbClr val="C3CE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9" name="Picture Placeholder"/>
          <p:cNvSpPr>
            <a:spLocks noGrp="1"/>
          </p:cNvSpPr>
          <p:nvPr>
            <p:ph type="pic" sz="quarter" idx="13"/>
          </p:nvPr>
        </p:nvSpPr>
        <p:spPr bwMode="gray">
          <a:xfrm>
            <a:off x="334963" y="0"/>
            <a:ext cx="11857036" cy="6273800"/>
          </a:xfrm>
        </p:spPr>
        <p:txBody>
          <a:bodyPr tIns="68400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14" name="shBlueMargin"/>
          <p:cNvSpPr>
            <a:spLocks noChangeArrowheads="1"/>
          </p:cNvSpPr>
          <p:nvPr userDrawn="1"/>
        </p:nvSpPr>
        <p:spPr bwMode="gray">
          <a:xfrm>
            <a:off x="0" y="0"/>
            <a:ext cx="334963" cy="6273800"/>
          </a:xfrm>
          <a:prstGeom prst="rect">
            <a:avLst/>
          </a:prstGeom>
          <a:solidFill>
            <a:srgbClr val="009EE3"/>
          </a:solidFill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endParaRPr lang="en-US" dirty="0">
              <a:latin typeface="E+H Serif" pitchFamily="18" charset="0"/>
            </a:endParaRP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15"/>
          </p:nvPr>
        </p:nvSpPr>
        <p:spPr bwMode="gray">
          <a:xfrm>
            <a:off x="4086351" y="6469380"/>
            <a:ext cx="1130300" cy="180000"/>
          </a:xfrm>
        </p:spPr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21" name="Slide Number Placeholder 20"/>
          <p:cNvSpPr>
            <a:spLocks noGrp="1"/>
          </p:cNvSpPr>
          <p:nvPr>
            <p:ph type="sldNum" sz="quarter" idx="16"/>
          </p:nvPr>
        </p:nvSpPr>
        <p:spPr bwMode="gray">
          <a:xfrm>
            <a:off x="1633051" y="6469380"/>
            <a:ext cx="571500" cy="180000"/>
          </a:xfrm>
        </p:spPr>
        <p:txBody>
          <a:bodyPr/>
          <a:lstStyle/>
          <a:p>
            <a:r>
              <a:rPr lang="en-US"/>
              <a:t>Slide </a:t>
            </a:r>
            <a:fld id="{00E4BD9C-593C-4A57-86A4-E08ACF4C016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6DDD586B-CBEE-B7D9-8ED6-1E54806A147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 bwMode="gray">
          <a:xfrm>
            <a:off x="334962" y="3215568"/>
            <a:ext cx="11857036" cy="3058231"/>
          </a:xfrm>
          <a:gradFill>
            <a:gsLst>
              <a:gs pos="0">
                <a:schemeClr val="tx1">
                  <a:alpha val="0"/>
                </a:schemeClr>
              </a:gs>
              <a:gs pos="100000">
                <a:srgbClr val="000000">
                  <a:alpha val="65000"/>
                </a:srgbClr>
              </a:gs>
            </a:gsLst>
            <a:lin ang="5400000" scaled="1"/>
          </a:gradFill>
        </p:spPr>
        <p:txBody>
          <a:bodyPr tIns="11520000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100">
                <a:noFill/>
              </a:defRPr>
            </a:lvl1pPr>
            <a:lvl2pPr marL="269875" indent="0">
              <a:buNone/>
              <a:defRPr/>
            </a:lvl2pPr>
            <a:lvl3pPr marL="534987" indent="0">
              <a:buNone/>
              <a:defRPr/>
            </a:lvl3pPr>
            <a:lvl4pPr marL="723900" indent="0">
              <a:buNone/>
              <a:defRPr/>
            </a:lvl4pPr>
            <a:lvl5pPr marL="892175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xtTitle"/>
          <p:cNvSpPr>
            <a:spLocks noGrp="1"/>
          </p:cNvSpPr>
          <p:nvPr>
            <p:ph type="ctrTitle"/>
          </p:nvPr>
        </p:nvSpPr>
        <p:spPr bwMode="gray">
          <a:xfrm>
            <a:off x="658964" y="3742482"/>
            <a:ext cx="9351811" cy="1431013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  <a:noAutofit/>
          </a:bodyPr>
          <a:lstStyle>
            <a:lvl1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en-US" sz="4000" b="1" dirty="0">
                <a:solidFill>
                  <a:srgbClr val="FFFFFF"/>
                </a:solidFill>
                <a:latin typeface="E+H Serif" pitchFamily="18" charset="0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3" name="txtSubtitle"/>
          <p:cNvSpPr>
            <a:spLocks noGrp="1"/>
          </p:cNvSpPr>
          <p:nvPr>
            <p:ph type="subTitle" idx="1"/>
          </p:nvPr>
        </p:nvSpPr>
        <p:spPr bwMode="gray">
          <a:xfrm>
            <a:off x="658963" y="5361113"/>
            <a:ext cx="9351812" cy="563036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0" indent="0" algn="l" rtl="0" eaLnBrk="1" fontAlgn="base" hangingPunct="1">
              <a:lnSpc>
                <a:spcPct val="106000"/>
              </a:lnSpc>
              <a:spcBef>
                <a:spcPts val="0"/>
              </a:spcBef>
              <a:spcAft>
                <a:spcPct val="0"/>
              </a:spcAft>
              <a:buClr>
                <a:srgbClr val="0088FF"/>
              </a:buClr>
              <a:buFont typeface="Wingdings" pitchFamily="2" charset="2"/>
              <a:buNone/>
              <a:defRPr lang="en-US" sz="2000" smtClean="0">
                <a:solidFill>
                  <a:srgbClr val="FFFFFF"/>
                </a:solidFill>
                <a:latin typeface="E+H Serif" pitchFamily="18" charset="0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</a:t>
            </a:r>
            <a:r>
              <a:rPr lang="en-US"/>
              <a:t>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8325891"/>
      </p:ext>
    </p:extLst>
  </p:cSld>
  <p:clrMapOvr>
    <a:masterClrMapping/>
  </p:clrMapOvr>
  <p:hf hd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Title and Content" type="obj" preserve="1">
  <p:cSld name="E+H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3" name="txt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60BF249C-6EE1-465B-9621-0BD76B5184D6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Confidential Title Slide" preserve="1" userDrawn="1">
  <p:cSld name="E+H Confidential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Shape">
            <a:extLst>
              <a:ext uri="{FF2B5EF4-FFF2-40B4-BE49-F238E27FC236}">
                <a16:creationId xmlns:a16="http://schemas.microsoft.com/office/drawing/2014/main" id="{198C7814-7571-587E-9D5C-D9CB9EE6DC1D}"/>
              </a:ext>
            </a:extLst>
          </p:cNvPr>
          <p:cNvSpPr>
            <a:spLocks/>
          </p:cNvSpPr>
          <p:nvPr userDrawn="1"/>
        </p:nvSpPr>
        <p:spPr bwMode="gray">
          <a:xfrm>
            <a:off x="334962" y="0"/>
            <a:ext cx="11857038" cy="6264000"/>
          </a:xfrm>
          <a:prstGeom prst="rect">
            <a:avLst/>
          </a:prstGeom>
          <a:solidFill>
            <a:srgbClr val="C3CE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9" name="Picture Placeholder"/>
          <p:cNvSpPr>
            <a:spLocks noGrp="1"/>
          </p:cNvSpPr>
          <p:nvPr>
            <p:ph type="pic" sz="quarter" idx="13"/>
          </p:nvPr>
        </p:nvSpPr>
        <p:spPr bwMode="gray">
          <a:xfrm>
            <a:off x="334963" y="1160463"/>
            <a:ext cx="11857037" cy="5103536"/>
          </a:xfrm>
        </p:spPr>
        <p:txBody>
          <a:bodyPr tIns="68400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14" name="shBlueMargin"/>
          <p:cNvSpPr>
            <a:spLocks noChangeArrowheads="1"/>
          </p:cNvSpPr>
          <p:nvPr userDrawn="1"/>
        </p:nvSpPr>
        <p:spPr bwMode="gray">
          <a:xfrm>
            <a:off x="0" y="0"/>
            <a:ext cx="334963" cy="6273800"/>
          </a:xfrm>
          <a:prstGeom prst="rect">
            <a:avLst/>
          </a:prstGeom>
          <a:solidFill>
            <a:srgbClr val="009EE3"/>
          </a:solidFill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endParaRPr lang="en-US" dirty="0">
              <a:latin typeface="E+H Serif" pitchFamily="18" charset="0"/>
            </a:endParaRP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15"/>
          </p:nvPr>
        </p:nvSpPr>
        <p:spPr bwMode="gray">
          <a:xfrm>
            <a:off x="4086351" y="6469380"/>
            <a:ext cx="1130300" cy="180000"/>
          </a:xfrm>
        </p:spPr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21" name="Slide Number Placeholder 20"/>
          <p:cNvSpPr>
            <a:spLocks noGrp="1"/>
          </p:cNvSpPr>
          <p:nvPr>
            <p:ph type="sldNum" sz="quarter" idx="16"/>
          </p:nvPr>
        </p:nvSpPr>
        <p:spPr bwMode="gray">
          <a:xfrm>
            <a:off x="1633051" y="6469380"/>
            <a:ext cx="571500" cy="180000"/>
          </a:xfrm>
        </p:spPr>
        <p:txBody>
          <a:bodyPr/>
          <a:lstStyle/>
          <a:p>
            <a:r>
              <a:rPr lang="en-US"/>
              <a:t>Slide </a:t>
            </a:r>
            <a:fld id="{C81FABA8-1FB4-41CF-91E1-F3076B7FF0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6DDD586B-CBEE-B7D9-8ED6-1E54806A147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 bwMode="gray">
          <a:xfrm>
            <a:off x="334962" y="3215568"/>
            <a:ext cx="11857036" cy="3058231"/>
          </a:xfrm>
          <a:gradFill>
            <a:gsLst>
              <a:gs pos="0">
                <a:schemeClr val="tx1">
                  <a:alpha val="0"/>
                </a:schemeClr>
              </a:gs>
              <a:gs pos="100000">
                <a:srgbClr val="000000">
                  <a:alpha val="65000"/>
                </a:srgbClr>
              </a:gs>
            </a:gsLst>
            <a:lin ang="5400000" scaled="1"/>
          </a:gradFill>
        </p:spPr>
        <p:txBody>
          <a:bodyPr tIns="11520000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100">
                <a:noFill/>
              </a:defRPr>
            </a:lvl1pPr>
            <a:lvl2pPr marL="269875" indent="0">
              <a:buNone/>
              <a:defRPr/>
            </a:lvl2pPr>
            <a:lvl3pPr marL="534987" indent="0">
              <a:buNone/>
              <a:defRPr/>
            </a:lvl3pPr>
            <a:lvl4pPr marL="723900" indent="0">
              <a:buNone/>
              <a:defRPr/>
            </a:lvl4pPr>
            <a:lvl5pPr marL="892175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xtTitle"/>
          <p:cNvSpPr>
            <a:spLocks noGrp="1"/>
          </p:cNvSpPr>
          <p:nvPr>
            <p:ph type="ctrTitle"/>
          </p:nvPr>
        </p:nvSpPr>
        <p:spPr bwMode="gray">
          <a:xfrm>
            <a:off x="658964" y="3742482"/>
            <a:ext cx="9351811" cy="1431013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  <a:noAutofit/>
          </a:bodyPr>
          <a:lstStyle>
            <a:lvl1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en-US" sz="4000" b="1" dirty="0">
                <a:solidFill>
                  <a:srgbClr val="FFFFFF"/>
                </a:solidFill>
                <a:latin typeface="E+H Serif" pitchFamily="18" charset="0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3" name="txtSubtitle"/>
          <p:cNvSpPr>
            <a:spLocks noGrp="1"/>
          </p:cNvSpPr>
          <p:nvPr>
            <p:ph type="subTitle" idx="1"/>
          </p:nvPr>
        </p:nvSpPr>
        <p:spPr bwMode="gray">
          <a:xfrm>
            <a:off x="658963" y="5361113"/>
            <a:ext cx="9351812" cy="563036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0" indent="0" algn="l" rtl="0" eaLnBrk="1" fontAlgn="base" hangingPunct="1">
              <a:lnSpc>
                <a:spcPct val="106000"/>
              </a:lnSpc>
              <a:spcBef>
                <a:spcPts val="0"/>
              </a:spcBef>
              <a:spcAft>
                <a:spcPct val="0"/>
              </a:spcAft>
              <a:buClr>
                <a:srgbClr val="0088FF"/>
              </a:buClr>
              <a:buFont typeface="Wingdings" pitchFamily="2" charset="2"/>
              <a:buNone/>
              <a:defRPr lang="en-US" sz="2000" smtClean="0">
                <a:solidFill>
                  <a:srgbClr val="FFFFFF"/>
                </a:solidFill>
                <a:latin typeface="E+H Serif" pitchFamily="18" charset="0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</a:t>
            </a:r>
            <a:r>
              <a:rPr lang="en-US"/>
              <a:t>subtitle style</a:t>
            </a:r>
            <a:endParaRPr lang="en-US" dirty="0"/>
          </a:p>
        </p:txBody>
      </p:sp>
      <p:sp>
        <p:nvSpPr>
          <p:cNvPr id="5" name="txtConfidentialFrame">
            <a:extLst>
              <a:ext uri="{FF2B5EF4-FFF2-40B4-BE49-F238E27FC236}">
                <a16:creationId xmlns:a16="http://schemas.microsoft.com/office/drawing/2014/main" id="{0579F6DF-7E52-D974-D2AA-4732C26FE49A}"/>
              </a:ext>
            </a:extLst>
          </p:cNvPr>
          <p:cNvSpPr txBox="1">
            <a:spLocks/>
          </p:cNvSpPr>
          <p:nvPr userDrawn="1"/>
        </p:nvSpPr>
        <p:spPr bwMode="gray">
          <a:xfrm>
            <a:off x="334960" y="1"/>
            <a:ext cx="11857039" cy="1162967"/>
          </a:xfrm>
          <a:prstGeom prst="rect">
            <a:avLst/>
          </a:prstGeom>
          <a:solidFill>
            <a:srgbClr val="E6ECF0">
              <a:alpha val="89804"/>
            </a:srgbClr>
          </a:solidFill>
          <a:ln w="9525">
            <a:noFill/>
            <a:miter lim="800000"/>
            <a:headEnd/>
            <a:tailEnd/>
          </a:ln>
          <a:effectLst/>
        </p:spPr>
        <p:txBody>
          <a:bodyPr vert="horz" wrap="square" lIns="180000" tIns="108000" rIns="180000" bIns="108000" numCol="1" anchor="t" anchorCtr="0" compatLnSpc="1">
            <a:prstTxWarp prst="textNoShape">
              <a:avLst/>
            </a:prstTxWarp>
          </a:bodyPr>
          <a:lstStyle>
            <a:lvl1pPr marL="269875" lvl="0" indent="-269875" eaLnBrk="1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007CAA"/>
              </a:buClr>
              <a:buFont typeface="E+H Serif" pitchFamily="18" charset="0"/>
              <a:buChar char="•"/>
              <a:defRPr sz="1800">
                <a:solidFill>
                  <a:srgbClr val="000000"/>
                </a:solidFill>
                <a:latin typeface="E+H Sans" panose="020B0404050202020204" pitchFamily="34" charset="0"/>
              </a:defRPr>
            </a:lvl1pPr>
            <a:lvl2pPr marL="541338" lvl="1" indent="-271463" eaLnBrk="1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007CAA"/>
              </a:buClr>
              <a:buFont typeface="E+H Serif" pitchFamily="18" charset="0"/>
              <a:buChar char="•"/>
              <a:defRPr sz="1800">
                <a:solidFill>
                  <a:srgbClr val="000000"/>
                </a:solidFill>
                <a:latin typeface="E+H Sans" panose="020B0404050202020204" pitchFamily="34" charset="0"/>
              </a:defRPr>
            </a:lvl2pPr>
            <a:lvl3pPr marL="717550" lvl="2" indent="-182563" eaLnBrk="1" hangingPunct="1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Clr>
                <a:srgbClr val="007CAA"/>
              </a:buClr>
              <a:buFont typeface="E+H Serif" pitchFamily="18" charset="0"/>
              <a:buChar char="•"/>
              <a:defRPr sz="1800">
                <a:solidFill>
                  <a:srgbClr val="000000"/>
                </a:solidFill>
                <a:latin typeface="E+H Sans" panose="020B0404050202020204" pitchFamily="34" charset="0"/>
              </a:defRPr>
            </a:lvl3pPr>
            <a:lvl4pPr marL="900113" lvl="3" indent="-176213" eaLnBrk="1" hangingPunct="1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Clr>
                <a:srgbClr val="007CAA"/>
              </a:buClr>
              <a:buFont typeface="E+H Serif" pitchFamily="18" charset="0"/>
              <a:buChar char="•"/>
              <a:defRPr sz="1800">
                <a:solidFill>
                  <a:srgbClr val="000000"/>
                </a:solidFill>
                <a:latin typeface="E+H Sans" panose="020B0404050202020204" pitchFamily="34" charset="0"/>
              </a:defRPr>
            </a:lvl4pPr>
            <a:lvl5pPr marL="1074738" lvl="4" indent="-182563" eaLnBrk="1" hangingPunct="1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Clr>
                <a:srgbClr val="007CAA"/>
              </a:buClr>
              <a:buFont typeface="E+H Serif" pitchFamily="18" charset="0"/>
              <a:buChar char="•"/>
              <a:defRPr sz="1800">
                <a:solidFill>
                  <a:srgbClr val="000000"/>
                </a:solidFill>
                <a:latin typeface="E+H Sans" panose="020B0404050202020204" pitchFamily="34" charset="0"/>
              </a:defRPr>
            </a:lvl5pPr>
            <a:lvl6pPr marL="2252663" indent="-179388" fontAlgn="base">
              <a:lnSpc>
                <a:spcPct val="110000"/>
              </a:lnSpc>
              <a:spcBef>
                <a:spcPct val="90000"/>
              </a:spcBef>
              <a:spcAft>
                <a:spcPct val="0"/>
              </a:spcAft>
              <a:buClr>
                <a:srgbClr val="0088FF"/>
              </a:buClr>
              <a:buFont typeface="Wingdings" pitchFamily="2" charset="2"/>
              <a:buChar char="n"/>
              <a:defRPr sz="1600">
                <a:solidFill>
                  <a:srgbClr val="000000"/>
                </a:solidFill>
                <a:latin typeface="+mn-lt"/>
              </a:defRPr>
            </a:lvl6pPr>
            <a:lvl7pPr marL="2709863" indent="-179388" fontAlgn="base">
              <a:lnSpc>
                <a:spcPct val="110000"/>
              </a:lnSpc>
              <a:spcBef>
                <a:spcPct val="90000"/>
              </a:spcBef>
              <a:spcAft>
                <a:spcPct val="0"/>
              </a:spcAft>
              <a:buClr>
                <a:srgbClr val="0088FF"/>
              </a:buClr>
              <a:buFont typeface="Wingdings" pitchFamily="2" charset="2"/>
              <a:buChar char="n"/>
              <a:defRPr sz="1600">
                <a:solidFill>
                  <a:srgbClr val="000000"/>
                </a:solidFill>
                <a:latin typeface="+mn-lt"/>
              </a:defRPr>
            </a:lvl7pPr>
            <a:lvl8pPr marL="3167063" indent="-179388" fontAlgn="base">
              <a:lnSpc>
                <a:spcPct val="110000"/>
              </a:lnSpc>
              <a:spcBef>
                <a:spcPct val="90000"/>
              </a:spcBef>
              <a:spcAft>
                <a:spcPct val="0"/>
              </a:spcAft>
              <a:buClr>
                <a:srgbClr val="0088FF"/>
              </a:buClr>
              <a:buFont typeface="Wingdings" pitchFamily="2" charset="2"/>
              <a:buChar char="n"/>
              <a:defRPr sz="1600">
                <a:solidFill>
                  <a:srgbClr val="000000"/>
                </a:solidFill>
                <a:latin typeface="+mn-lt"/>
              </a:defRPr>
            </a:lvl8pPr>
            <a:lvl9pPr marL="3624263" indent="-179388" fontAlgn="base">
              <a:lnSpc>
                <a:spcPct val="110000"/>
              </a:lnSpc>
              <a:spcBef>
                <a:spcPct val="90000"/>
              </a:spcBef>
              <a:spcAft>
                <a:spcPct val="0"/>
              </a:spcAft>
              <a:buClr>
                <a:srgbClr val="0088FF"/>
              </a:buClr>
              <a:buFont typeface="Wingdings" pitchFamily="2" charset="2"/>
              <a:buChar char="n"/>
              <a:defRPr sz="1600">
                <a:solidFill>
                  <a:srgbClr val="000000"/>
                </a:solidFill>
                <a:latin typeface="+mn-lt"/>
              </a:defRPr>
            </a:lvl9pPr>
          </a:lstStyle>
          <a:p>
            <a:pPr marL="0" lvl="0" indent="0">
              <a:buNone/>
            </a:pPr>
            <a:r>
              <a:rPr lang="en-US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89977907"/>
      </p:ext>
    </p:extLst>
  </p:cSld>
  <p:clrMapOvr>
    <a:masterClrMapping/>
  </p:clrMapOvr>
  <p:hf hd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Section Header" preserve="1" userDrawn="1">
  <p:cSld name="E+H 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Shape">
            <a:extLst>
              <a:ext uri="{FF2B5EF4-FFF2-40B4-BE49-F238E27FC236}">
                <a16:creationId xmlns:a16="http://schemas.microsoft.com/office/drawing/2014/main" id="{A6106845-A46B-32A4-8AC4-BA3A274EC093}"/>
              </a:ext>
            </a:extLst>
          </p:cNvPr>
          <p:cNvSpPr>
            <a:spLocks/>
          </p:cNvSpPr>
          <p:nvPr userDrawn="1"/>
        </p:nvSpPr>
        <p:spPr>
          <a:xfrm>
            <a:off x="0" y="476250"/>
            <a:ext cx="12192000" cy="5797549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334965" y="2703134"/>
            <a:ext cx="5616000" cy="1321259"/>
          </a:xfrm>
        </p:spPr>
        <p:txBody>
          <a:bodyPr wrap="square" anchor="b">
            <a:spAutoFit/>
          </a:bodyPr>
          <a:lstStyle>
            <a:lvl1pPr>
              <a:lnSpc>
                <a:spcPct val="110000"/>
              </a:lnSpc>
              <a:defRPr sz="4000" b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6"/>
          </p:nvPr>
        </p:nvSpPr>
        <p:spPr>
          <a:xfrm>
            <a:off x="334964" y="4276734"/>
            <a:ext cx="5616000" cy="276999"/>
          </a:xfrm>
        </p:spPr>
        <p:txBody>
          <a:bodyPr lIns="0" tIns="0" numCol="1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1800"/>
            </a:lvl1pPr>
            <a:lvl2pPr marL="269875" indent="0">
              <a:lnSpc>
                <a:spcPct val="100000"/>
              </a:lnSpc>
              <a:spcAft>
                <a:spcPts val="0"/>
              </a:spcAft>
              <a:buNone/>
              <a:defRPr sz="1800"/>
            </a:lvl2pPr>
            <a:lvl3pPr marL="534987" indent="0">
              <a:lnSpc>
                <a:spcPct val="100000"/>
              </a:lnSpc>
              <a:spcAft>
                <a:spcPts val="0"/>
              </a:spcAft>
              <a:buNone/>
              <a:defRPr sz="1800"/>
            </a:lvl3pPr>
            <a:lvl4pPr marL="723900" indent="0">
              <a:lnSpc>
                <a:spcPct val="100000"/>
              </a:lnSpc>
              <a:spcAft>
                <a:spcPts val="0"/>
              </a:spcAft>
              <a:buNone/>
              <a:defRPr sz="1800"/>
            </a:lvl4pPr>
            <a:lvl5pPr marL="892175" indent="0">
              <a:lnSpc>
                <a:spcPct val="100000"/>
              </a:lnSpc>
              <a:spcAft>
                <a:spcPts val="0"/>
              </a:spcAft>
              <a:buNone/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7"/>
          </p:nvPr>
        </p:nvSpPr>
        <p:spPr>
          <a:xfrm>
            <a:off x="6252000" y="476250"/>
            <a:ext cx="5940000" cy="579755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10B0CC-A95E-AB23-E78B-5624B304EB58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4086351" y="6469380"/>
            <a:ext cx="1130300" cy="180000"/>
          </a:xfrm>
        </p:spPr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C5F711-B661-B335-193D-A0CFA3CE2A13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633051" y="6469380"/>
            <a:ext cx="571500" cy="180000"/>
          </a:xfrm>
        </p:spPr>
        <p:txBody>
          <a:bodyPr/>
          <a:lstStyle/>
          <a:p>
            <a:r>
              <a:rPr lang="en-US"/>
              <a:t>Slide </a:t>
            </a:r>
            <a:fld id="{40A4DE10-AA28-495C-A9DA-330C327D000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24C5ECC-F474-AC51-9F64-5084EA6B4365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</p:spTree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orient="horz" pos="1979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Image Slide" preserve="1" userDrawn="1">
  <p:cSld name="E+H Imag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1160462"/>
            <a:ext cx="12192000" cy="5113337"/>
          </a:xfrm>
          <a:prstGeom prst="rect">
            <a:avLst/>
          </a:prstGeom>
          <a:solidFill>
            <a:srgbClr val="C3CE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7"/>
          </p:nvPr>
        </p:nvSpPr>
        <p:spPr>
          <a:xfrm>
            <a:off x="0" y="1160462"/>
            <a:ext cx="12192000" cy="5113337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en-US"/>
              <a:t>Slide </a:t>
            </a:r>
            <a:fld id="{5F9D18BF-D5FA-41E4-964F-401448E2D6B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70AAD1A-99DE-BED9-D2E3-ADF4931301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5414751"/>
      </p:ext>
    </p:extLst>
  </p:cSld>
  <p:clrMapOvr>
    <a:masterClrMapping/>
  </p:clrMapOvr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Image Slide with Legend" preserve="1" userDrawn="1">
  <p:cSld name="E+H Image Slide with Leg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-1" y="1160461"/>
            <a:ext cx="12192000" cy="4464000"/>
          </a:xfrm>
          <a:prstGeom prst="rect">
            <a:avLst/>
          </a:prstGeom>
          <a:solidFill>
            <a:srgbClr val="C3CE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7"/>
          </p:nvPr>
        </p:nvSpPr>
        <p:spPr>
          <a:xfrm>
            <a:off x="-1" y="1160461"/>
            <a:ext cx="12192000" cy="44640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en-US"/>
              <a:t>Slide </a:t>
            </a:r>
            <a:fld id="{F412DC74-7ECD-4DCD-B819-CEB19DE7A09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22"/>
          </p:nvPr>
        </p:nvSpPr>
        <p:spPr>
          <a:xfrm>
            <a:off x="334962" y="5746376"/>
            <a:ext cx="11531599" cy="346448"/>
          </a:xfrm>
        </p:spPr>
        <p:txBody>
          <a:bodyPr wrap="none"/>
          <a:lstStyle>
            <a:lvl1pPr marL="0" indent="0">
              <a:buNone/>
              <a:defRPr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13F7183-8106-583A-E714-E13CC0F807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2424781"/>
      </p:ext>
    </p:extLst>
  </p:cSld>
  <p:clrMapOvr>
    <a:masterClrMapping/>
  </p:clrMapOvr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Image Slide with Presentation Title" preserve="1" userDrawn="1">
  <p:cSld name="E+H Image Slide with Presenta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476250"/>
            <a:ext cx="12192000" cy="5797549"/>
          </a:xfrm>
          <a:prstGeom prst="rect">
            <a:avLst/>
          </a:prstGeom>
          <a:solidFill>
            <a:srgbClr val="C3CE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7"/>
          </p:nvPr>
        </p:nvSpPr>
        <p:spPr>
          <a:xfrm>
            <a:off x="0" y="476250"/>
            <a:ext cx="12192000" cy="5797549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en-US"/>
              <a:t>Slide </a:t>
            </a:r>
            <a:fld id="{AB8D578B-D1BE-4120-B9F6-22DB673F898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0028210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orient="horz" pos="30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Full-Image Slide" preserve="1" userDrawn="1">
  <p:cSld name="E+H Full-Imag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-1" y="-1"/>
            <a:ext cx="12192000" cy="6273800"/>
          </a:xfrm>
          <a:prstGeom prst="rect">
            <a:avLst/>
          </a:prstGeom>
          <a:solidFill>
            <a:srgbClr val="C3CE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7"/>
          </p:nvPr>
        </p:nvSpPr>
        <p:spPr>
          <a:xfrm>
            <a:off x="-1" y="0"/>
            <a:ext cx="12192000" cy="62738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en-US"/>
              <a:t>Slide </a:t>
            </a:r>
            <a:fld id="{B9474FE2-3A9F-4602-B216-3854EAFF61F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7995430"/>
      </p:ext>
    </p:extLst>
  </p:cSld>
  <p:clrMapOvr>
    <a:masterClrMapping/>
  </p:clrMapOvr>
  <p:hf hd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Image Slide with Textbox right" preserve="1" userDrawn="1">
  <p:cSld name="E+H Image Slide with Textbox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 bwMode="gray">
          <a:xfrm>
            <a:off x="0" y="1160464"/>
            <a:ext cx="12192000" cy="5113336"/>
          </a:xfrm>
          <a:prstGeom prst="rect">
            <a:avLst/>
          </a:prstGeom>
          <a:solidFill>
            <a:srgbClr val="C3CE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7"/>
          </p:nvPr>
        </p:nvSpPr>
        <p:spPr bwMode="gray">
          <a:xfrm>
            <a:off x="1" y="1160464"/>
            <a:ext cx="12192000" cy="5113336"/>
          </a:xfrm>
        </p:spPr>
        <p:txBody>
          <a:bodyPr rIns="5040000" bIns="0"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9"/>
          </p:nvPr>
        </p:nvSpPr>
        <p:spPr bwMode="gray"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 bwMode="gray"/>
        <p:txBody>
          <a:bodyPr/>
          <a:lstStyle/>
          <a:p>
            <a:r>
              <a:rPr lang="en-US"/>
              <a:t>Slide </a:t>
            </a:r>
            <a:fld id="{A1BDF14E-E90E-4AB5-ADB5-699B7A2C57C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21"/>
          </p:nvPr>
        </p:nvSpPr>
        <p:spPr bwMode="gray"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F34E1B-AD6D-3445-BC1E-E5AFFB2E1B8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 bwMode="gray">
          <a:xfrm>
            <a:off x="6257925" y="1490694"/>
            <a:ext cx="5610224" cy="3622213"/>
          </a:xfrm>
          <a:solidFill>
            <a:srgbClr val="FFFFFF"/>
          </a:solidFill>
        </p:spPr>
        <p:txBody>
          <a:bodyPr lIns="180000" tIns="108000" rIns="180000" bIns="108000" anchor="t"/>
          <a:lstStyle>
            <a:lvl1pPr>
              <a:defRPr sz="2000">
                <a:latin typeface="+mn-lt"/>
              </a:defRPr>
            </a:lvl1pPr>
            <a:lvl2pPr>
              <a:defRPr sz="2000">
                <a:latin typeface="+mn-lt"/>
              </a:defRPr>
            </a:lvl2pPr>
            <a:lvl3pPr>
              <a:defRPr sz="2000">
                <a:latin typeface="+mn-lt"/>
              </a:defRPr>
            </a:lvl3pPr>
            <a:lvl4pPr>
              <a:defRPr sz="2000">
                <a:latin typeface="+mn-lt"/>
              </a:defRPr>
            </a:lvl4pPr>
            <a:lvl5pPr>
              <a:defRPr sz="20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994EB4C-A660-5C8F-3D23-203CF3389DE7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1546468"/>
      </p:ext>
    </p:extLst>
  </p:cSld>
  <p:clrMapOvr>
    <a:masterClrMapping/>
  </p:clrMapOvr>
  <p:hf hd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Image Slide with Textbox left" preserve="1" userDrawn="1">
  <p:cSld name="E+H Image Slide with Textbox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 bwMode="gray">
          <a:xfrm>
            <a:off x="0" y="1160464"/>
            <a:ext cx="12192000" cy="5113336"/>
          </a:xfrm>
          <a:prstGeom prst="rect">
            <a:avLst/>
          </a:prstGeom>
          <a:solidFill>
            <a:srgbClr val="C3CE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7"/>
          </p:nvPr>
        </p:nvSpPr>
        <p:spPr bwMode="gray">
          <a:xfrm>
            <a:off x="0" y="1160464"/>
            <a:ext cx="12192000" cy="5113336"/>
          </a:xfrm>
        </p:spPr>
        <p:txBody>
          <a:bodyPr lIns="5040000" bIns="0"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9"/>
          </p:nvPr>
        </p:nvSpPr>
        <p:spPr bwMode="gray"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 bwMode="gray"/>
        <p:txBody>
          <a:bodyPr/>
          <a:lstStyle/>
          <a:p>
            <a:r>
              <a:rPr lang="en-US"/>
              <a:t>Slide </a:t>
            </a:r>
            <a:fld id="{BD2A48CD-DBC9-452A-B187-FA481C36561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21"/>
          </p:nvPr>
        </p:nvSpPr>
        <p:spPr bwMode="gray"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F34E1B-AD6D-3445-BC1E-E5AFFB2E1B8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 bwMode="gray">
          <a:xfrm>
            <a:off x="334963" y="1490693"/>
            <a:ext cx="5610224" cy="3622213"/>
          </a:xfrm>
          <a:solidFill>
            <a:srgbClr val="FFFFFF"/>
          </a:solidFill>
        </p:spPr>
        <p:txBody>
          <a:bodyPr lIns="180000" tIns="108000" rIns="180000" bIns="108000" anchor="t"/>
          <a:lstStyle>
            <a:lvl1pPr>
              <a:defRPr sz="2000">
                <a:latin typeface="+mn-lt"/>
              </a:defRPr>
            </a:lvl1pPr>
            <a:lvl2pPr>
              <a:defRPr sz="2000">
                <a:latin typeface="+mn-lt"/>
              </a:defRPr>
            </a:lvl2pPr>
            <a:lvl3pPr>
              <a:defRPr sz="2000">
                <a:latin typeface="+mn-lt"/>
              </a:defRPr>
            </a:lvl3pPr>
            <a:lvl4pPr>
              <a:defRPr sz="2000">
                <a:latin typeface="+mn-lt"/>
              </a:defRPr>
            </a:lvl4pPr>
            <a:lvl5pPr>
              <a:defRPr sz="20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68AE0A-861F-9829-2A3B-24C0FB7A0B16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3306586"/>
      </p:ext>
    </p:extLst>
  </p:cSld>
  <p:clrMapOvr>
    <a:masterClrMapping/>
  </p:clrMapOvr>
  <p:hf hd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Title and Bullet" preserve="1" userDrawn="1">
  <p:cSld name="E+H Title and Bull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/>
              <a:t>Slide </a:t>
            </a:r>
            <a:fld id="{940729FE-BA25-4091-AFD8-2E328B342A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7"/>
          </p:nvPr>
        </p:nvSpPr>
        <p:spPr>
          <a:xfrm>
            <a:off x="334962" y="1164474"/>
            <a:ext cx="9674225" cy="492835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</p:cSld>
  <p:clrMapOvr>
    <a:masterClrMapping/>
  </p:clrMapOvr>
  <p:hf hdr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Title and Text" preserve="1" userDrawn="1">
  <p:cSld name="E+H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xtContent"/>
          <p:cNvSpPr>
            <a:spLocks noGrp="1"/>
          </p:cNvSpPr>
          <p:nvPr>
            <p:ph type="body" sz="quarter" idx="13"/>
          </p:nvPr>
        </p:nvSpPr>
        <p:spPr>
          <a:xfrm>
            <a:off x="334962" y="1164474"/>
            <a:ext cx="9674225" cy="4928351"/>
          </a:xfrm>
        </p:spPr>
        <p:txBody>
          <a:bodyPr/>
          <a:lstStyle>
            <a:lvl1pPr marL="0" indent="0">
              <a:buFontTx/>
              <a:buNone/>
              <a:defRPr/>
            </a:lvl1pPr>
            <a:lvl2pPr marL="360363" indent="3175">
              <a:buFontTx/>
              <a:buNone/>
              <a:defRPr/>
            </a:lvl2pPr>
            <a:lvl3pPr marL="714375" indent="3175">
              <a:buFontTx/>
              <a:buNone/>
              <a:defRPr/>
            </a:lvl3pPr>
            <a:lvl4pPr marL="1074738" indent="0">
              <a:buFontTx/>
              <a:buNone/>
              <a:tabLst/>
              <a:defRPr/>
            </a:lvl4pPr>
            <a:lvl5pPr marL="1436688" indent="-3175">
              <a:buFontTx/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/>
              <a:t>Slide </a:t>
            </a:r>
            <a:fld id="{343E2BDD-E02E-4050-BD42-EC51EC0E8A8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E18E22C-1288-764D-1EB4-07225FF46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</p:spTree>
  </p:cSld>
  <p:clrMapOvr>
    <a:masterClrMapping/>
  </p:clrMapOvr>
  <p:hf hdr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Two Bullet" preserve="1" userDrawn="1">
  <p:cSld name="E+H Two Bull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9" name="txtContent"/>
          <p:cNvSpPr>
            <a:spLocks noGrp="1"/>
          </p:cNvSpPr>
          <p:nvPr>
            <p:ph type="body" sz="quarter" idx="13"/>
          </p:nvPr>
        </p:nvSpPr>
        <p:spPr>
          <a:xfrm>
            <a:off x="334963" y="1164474"/>
            <a:ext cx="5616000" cy="492835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xtContent2"/>
          <p:cNvSpPr>
            <a:spLocks noGrp="1"/>
          </p:cNvSpPr>
          <p:nvPr>
            <p:ph type="body" sz="quarter" idx="14"/>
          </p:nvPr>
        </p:nvSpPr>
        <p:spPr>
          <a:xfrm>
            <a:off x="6241037" y="1164474"/>
            <a:ext cx="5616000" cy="492835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/>
              <a:t>Slide </a:t>
            </a:r>
            <a:fld id="{F69B32E4-A3B1-4121-886C-E5C1259A949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p:hf hdr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Two Text" preserve="1" userDrawn="1">
  <p:cSld name="E+H Two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9" name="txtContent"/>
          <p:cNvSpPr>
            <a:spLocks noGrp="1"/>
          </p:cNvSpPr>
          <p:nvPr>
            <p:ph type="body" sz="quarter" idx="13"/>
          </p:nvPr>
        </p:nvSpPr>
        <p:spPr>
          <a:xfrm>
            <a:off x="334963" y="1164474"/>
            <a:ext cx="5616000" cy="4928351"/>
          </a:xfrm>
        </p:spPr>
        <p:txBody>
          <a:bodyPr/>
          <a:lstStyle>
            <a:lvl1pPr marL="0" indent="0">
              <a:buNone/>
              <a:defRPr/>
            </a:lvl1pPr>
            <a:lvl2pPr marL="360363" indent="3175">
              <a:buNone/>
              <a:defRPr/>
            </a:lvl2pPr>
            <a:lvl3pPr marL="714375" indent="3175">
              <a:buNone/>
              <a:defRPr/>
            </a:lvl3pPr>
            <a:lvl4pPr marL="1076325" indent="4763">
              <a:buNone/>
              <a:defRPr/>
            </a:lvl4pPr>
            <a:lvl5pPr marL="1436688" indent="-3175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xtContent2"/>
          <p:cNvSpPr>
            <a:spLocks noGrp="1"/>
          </p:cNvSpPr>
          <p:nvPr>
            <p:ph type="body" sz="quarter" idx="14"/>
          </p:nvPr>
        </p:nvSpPr>
        <p:spPr>
          <a:xfrm>
            <a:off x="6241037" y="1164474"/>
            <a:ext cx="5616000" cy="4928351"/>
          </a:xfrm>
        </p:spPr>
        <p:txBody>
          <a:bodyPr/>
          <a:lstStyle>
            <a:lvl1pPr marL="0" indent="0">
              <a:buFontTx/>
              <a:buNone/>
              <a:defRPr/>
            </a:lvl1pPr>
            <a:lvl2pPr marL="360363" indent="3175">
              <a:buFontTx/>
              <a:buNone/>
              <a:defRPr/>
            </a:lvl2pPr>
            <a:lvl3pPr marL="714375" indent="3175">
              <a:buFontTx/>
              <a:buNone/>
              <a:defRPr/>
            </a:lvl3pPr>
            <a:lvl4pPr marL="1076325" indent="-1588">
              <a:buFontTx/>
              <a:buNone/>
              <a:defRPr/>
            </a:lvl4pPr>
            <a:lvl5pPr marL="1436688" indent="-3175">
              <a:buFontTx/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/>
              <a:t>Slide </a:t>
            </a:r>
            <a:fld id="{680D187E-C626-4B51-8466-9A2272A4B8C1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p:hf hdr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Two Content" preserve="1" userDrawn="1">
  <p:cSld name="E+H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3"/>
          </p:nvPr>
        </p:nvSpPr>
        <p:spPr>
          <a:xfrm>
            <a:off x="334963" y="1164474"/>
            <a:ext cx="5616000" cy="492835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Content Placeholder 3"/>
          <p:cNvSpPr>
            <a:spLocks noGrp="1"/>
          </p:cNvSpPr>
          <p:nvPr>
            <p:ph sz="quarter" idx="14"/>
          </p:nvPr>
        </p:nvSpPr>
        <p:spPr>
          <a:xfrm>
            <a:off x="6241037" y="1164474"/>
            <a:ext cx="5616000" cy="492835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/>
              <a:t>Slide </a:t>
            </a:r>
            <a:fld id="{628FA54D-953C-47EB-A7E0-4AE7B797E29E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p:hf hdr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Image and Content" preserve="1" userDrawn="1">
  <p:cSld name="E+H Imag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3" name="txtContent"/>
          <p:cNvSpPr>
            <a:spLocks noGrp="1"/>
          </p:cNvSpPr>
          <p:nvPr>
            <p:ph idx="1"/>
          </p:nvPr>
        </p:nvSpPr>
        <p:spPr>
          <a:xfrm>
            <a:off x="6241037" y="1164474"/>
            <a:ext cx="5616000" cy="492835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27814C39-D19F-4924-8254-47FE7D97AAB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Picture Placeholder">
            <a:extLst>
              <a:ext uri="{FF2B5EF4-FFF2-40B4-BE49-F238E27FC236}">
                <a16:creationId xmlns:a16="http://schemas.microsoft.com/office/drawing/2014/main" id="{B28E9016-A8C4-CD79-F407-4696103FFFD7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0" y="1164474"/>
            <a:ext cx="5939999" cy="5109210"/>
          </a:xfrm>
        </p:spPr>
        <p:txBody>
          <a:bodyPr tIns="68400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7880395"/>
      </p:ext>
    </p:extLst>
  </p:cSld>
  <p:clrMapOvr>
    <a:masterClrMapping/>
  </p:clrMapOvr>
  <p:hf hdr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Title Only" type="titleOnly" preserve="1">
  <p:cSld name="E+H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69048511-0E36-4E5E-B3C2-BFBC94833B3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p:hf hdr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Blank" type="blank" preserve="1">
  <p:cSld name="E+H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PresentationTitl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E+H Serif" pitchFamily="18" charset="0"/>
              </a:defRPr>
            </a:lvl1pPr>
          </a:lstStyle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1FFAA990-6A5A-43B1-9F3A-35849958460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p:hf hdr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Title and Key Message" preserve="1" userDrawn="1">
  <p:cSld name="E+H Title and 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1160462"/>
            <a:ext cx="12192000" cy="5113337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en-US"/>
              <a:t>Slide </a:t>
            </a:r>
            <a:fld id="{6E20C1E5-F548-499B-913C-4F88DF8882C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9" name="txtSubtitle">
            <a:extLst>
              <a:ext uri="{FF2B5EF4-FFF2-40B4-BE49-F238E27FC236}">
                <a16:creationId xmlns:a16="http://schemas.microsoft.com/office/drawing/2014/main" id="{F93BAA17-470B-06A6-5BA5-1A1977B330F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4964" y="2717946"/>
            <a:ext cx="9674224" cy="1998368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noAutofit/>
          </a:bodyPr>
          <a:lstStyle>
            <a:lvl1pPr marL="0" indent="0" algn="l" rtl="0" eaLnBrk="1" fontAlgn="base" hangingPunct="1">
              <a:lnSpc>
                <a:spcPct val="110000"/>
              </a:lnSpc>
              <a:spcBef>
                <a:spcPts val="0"/>
              </a:spcBef>
              <a:spcAft>
                <a:spcPct val="0"/>
              </a:spcAft>
              <a:buClr>
                <a:srgbClr val="0088FF"/>
              </a:buClr>
              <a:buFont typeface="Wingdings" pitchFamily="2" charset="2"/>
              <a:buNone/>
              <a:defRPr lang="en-US" sz="4000" smtClean="0">
                <a:solidFill>
                  <a:srgbClr val="000000"/>
                </a:solidFill>
                <a:latin typeface="E+H Serif" pitchFamily="18" charset="0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add big headline and use </a:t>
            </a:r>
            <a:br>
              <a:rPr lang="en-US"/>
            </a:br>
            <a:r>
              <a:rPr lang="en-US"/>
              <a:t>bold and magenta 2 to highlight text</a:t>
            </a:r>
            <a:br>
              <a:rPr lang="en-US"/>
            </a:br>
            <a:r>
              <a:rPr lang="en-US"/>
              <a:t>Max. 3 lines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706AF5B-93C0-C940-D443-2B90F6845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8080308"/>
      </p:ext>
    </p:extLst>
  </p:cSld>
  <p:clrMapOvr>
    <a:masterClrMapping/>
  </p:clrMapOvr>
  <p:hf hdr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Key Message and Presentation Title" preserve="1" userDrawn="1">
  <p:cSld name="E+H Key Message and Presenta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476250"/>
            <a:ext cx="12192000" cy="5797549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en-US"/>
              <a:t>Slide </a:t>
            </a:r>
            <a:fld id="{E67B7E7B-F1E4-4106-A015-B558F3849B4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9" name="txtSubtitle">
            <a:extLst>
              <a:ext uri="{FF2B5EF4-FFF2-40B4-BE49-F238E27FC236}">
                <a16:creationId xmlns:a16="http://schemas.microsoft.com/office/drawing/2014/main" id="{F93BAA17-470B-06A6-5BA5-1A1977B330F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4964" y="2375840"/>
            <a:ext cx="9674224" cy="1998368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noAutofit/>
          </a:bodyPr>
          <a:lstStyle>
            <a:lvl1pPr marL="0" indent="0" algn="l" rtl="0" eaLnBrk="1" fontAlgn="base" hangingPunct="1">
              <a:lnSpc>
                <a:spcPct val="110000"/>
              </a:lnSpc>
              <a:spcBef>
                <a:spcPts val="0"/>
              </a:spcBef>
              <a:spcAft>
                <a:spcPct val="0"/>
              </a:spcAft>
              <a:buClr>
                <a:srgbClr val="0088FF"/>
              </a:buClr>
              <a:buFont typeface="Wingdings" pitchFamily="2" charset="2"/>
              <a:buNone/>
              <a:defRPr lang="en-US" sz="4000" smtClean="0">
                <a:solidFill>
                  <a:srgbClr val="000000"/>
                </a:solidFill>
                <a:latin typeface="E+H Serif" pitchFamily="18" charset="0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add big headline and use </a:t>
            </a:r>
            <a:br>
              <a:rPr lang="en-US"/>
            </a:br>
            <a:r>
              <a:rPr lang="en-US"/>
              <a:t>bold and magenta 2 to highlight text</a:t>
            </a:r>
            <a:br>
              <a:rPr lang="en-US"/>
            </a:br>
            <a:r>
              <a:rPr lang="en-US"/>
              <a:t>Max. 3 lines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9859032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orient="horz" pos="300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Key Message Only" preserve="1" userDrawn="1">
  <p:cSld name="E+H Key Messag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0"/>
            <a:ext cx="12192000" cy="6273799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en-US"/>
              <a:t>Slide </a:t>
            </a:r>
            <a:fld id="{7EA8AA53-9C4F-4DCE-A9C9-2916F882A03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xtSubtitle">
            <a:extLst>
              <a:ext uri="{FF2B5EF4-FFF2-40B4-BE49-F238E27FC236}">
                <a16:creationId xmlns:a16="http://schemas.microsoft.com/office/drawing/2014/main" id="{F93BAA17-470B-06A6-5BA5-1A1977B330F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4964" y="2137715"/>
            <a:ext cx="9674224" cy="1998368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noAutofit/>
          </a:bodyPr>
          <a:lstStyle>
            <a:lvl1pPr marL="0" indent="0" algn="l" rtl="0" eaLnBrk="1" fontAlgn="base" hangingPunct="1">
              <a:lnSpc>
                <a:spcPct val="110000"/>
              </a:lnSpc>
              <a:spcBef>
                <a:spcPts val="0"/>
              </a:spcBef>
              <a:spcAft>
                <a:spcPct val="0"/>
              </a:spcAft>
              <a:buClr>
                <a:srgbClr val="0088FF"/>
              </a:buClr>
              <a:buFont typeface="Wingdings" pitchFamily="2" charset="2"/>
              <a:buNone/>
              <a:defRPr lang="en-US" sz="4000" smtClean="0">
                <a:solidFill>
                  <a:srgbClr val="000000"/>
                </a:solidFill>
                <a:latin typeface="E+H Serif" pitchFamily="18" charset="0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add big headline and use </a:t>
            </a:r>
            <a:br>
              <a:rPr lang="en-US"/>
            </a:br>
            <a:r>
              <a:rPr lang="en-US"/>
              <a:t>bold and magenta 2 to highlight text</a:t>
            </a:r>
            <a:br>
              <a:rPr lang="en-US"/>
            </a:br>
            <a:r>
              <a:rPr lang="en-US"/>
              <a:t>Max. 3 lines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2056156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orient="horz" pos="30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Title and Key Message with Image" preserve="1" userDrawn="1">
  <p:cSld name="E+H Title and Key Messag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1160462"/>
            <a:ext cx="12192000" cy="5113337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en-US"/>
              <a:t>Slide </a:t>
            </a:r>
            <a:fld id="{65C28B69-0ECC-4CE1-8476-C6DD7B8CD20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9" name="txtSubtitle">
            <a:extLst>
              <a:ext uri="{FF2B5EF4-FFF2-40B4-BE49-F238E27FC236}">
                <a16:creationId xmlns:a16="http://schemas.microsoft.com/office/drawing/2014/main" id="{F93BAA17-470B-06A6-5BA5-1A1977B330F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4964" y="2717946"/>
            <a:ext cx="5616000" cy="1998368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noAutofit/>
          </a:bodyPr>
          <a:lstStyle>
            <a:lvl1pPr marL="0" indent="0" algn="l" rtl="0" eaLnBrk="1" fontAlgn="base" hangingPunct="1">
              <a:lnSpc>
                <a:spcPct val="110000"/>
              </a:lnSpc>
              <a:spcBef>
                <a:spcPts val="0"/>
              </a:spcBef>
              <a:spcAft>
                <a:spcPct val="0"/>
              </a:spcAft>
              <a:buClr>
                <a:srgbClr val="0088FF"/>
              </a:buClr>
              <a:buFont typeface="Wingdings" pitchFamily="2" charset="2"/>
              <a:buNone/>
              <a:defRPr lang="en-US" sz="4000" smtClean="0">
                <a:solidFill>
                  <a:srgbClr val="000000"/>
                </a:solidFill>
                <a:latin typeface="E+H Serif" pitchFamily="18" charset="0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Add big headline and use </a:t>
            </a:r>
            <a:br>
              <a:rPr lang="en-US"/>
            </a:br>
            <a:r>
              <a:rPr lang="en-US"/>
              <a:t>bold and magenta 2 to </a:t>
            </a:r>
            <a:br>
              <a:rPr lang="en-US"/>
            </a:br>
            <a:r>
              <a:rPr lang="en-US"/>
              <a:t>highlight text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706AF5B-93C0-C940-D443-2B90F6845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5" name="Picture Placeholder">
            <a:extLst>
              <a:ext uri="{FF2B5EF4-FFF2-40B4-BE49-F238E27FC236}">
                <a16:creationId xmlns:a16="http://schemas.microsoft.com/office/drawing/2014/main" id="{15419148-7595-E954-B772-51FA9905EB7A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252000" y="1160462"/>
            <a:ext cx="5940000" cy="5113337"/>
          </a:xfrm>
        </p:spPr>
        <p:txBody>
          <a:bodyPr tIns="68400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204192"/>
      </p:ext>
    </p:extLst>
  </p:cSld>
  <p:clrMapOvr>
    <a:masterClrMapping/>
  </p:clrMapOvr>
  <p:hf hdr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Key Message and Presentation Title with Image" preserve="1" userDrawn="1">
  <p:cSld name="E+H Key Message and Presentation Titl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476250"/>
            <a:ext cx="12192000" cy="5797549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en-US"/>
              <a:t>Slide </a:t>
            </a:r>
            <a:fld id="{218C7E1E-45A5-4A00-9ED0-4D8CCCD0B0C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9" name="txtSubtitle">
            <a:extLst>
              <a:ext uri="{FF2B5EF4-FFF2-40B4-BE49-F238E27FC236}">
                <a16:creationId xmlns:a16="http://schemas.microsoft.com/office/drawing/2014/main" id="{F93BAA17-470B-06A6-5BA5-1A1977B330F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4964" y="2375840"/>
            <a:ext cx="5616000" cy="1998368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noAutofit/>
          </a:bodyPr>
          <a:lstStyle>
            <a:lvl1pPr marL="0" indent="0" algn="l" rtl="0" eaLnBrk="1" fontAlgn="base" hangingPunct="1">
              <a:lnSpc>
                <a:spcPct val="110000"/>
              </a:lnSpc>
              <a:spcBef>
                <a:spcPts val="0"/>
              </a:spcBef>
              <a:spcAft>
                <a:spcPct val="0"/>
              </a:spcAft>
              <a:buClr>
                <a:srgbClr val="0088FF"/>
              </a:buClr>
              <a:buFont typeface="Wingdings" pitchFamily="2" charset="2"/>
              <a:buNone/>
              <a:defRPr lang="en-US" sz="4000" smtClean="0">
                <a:solidFill>
                  <a:srgbClr val="000000"/>
                </a:solidFill>
                <a:latin typeface="E+H Serif" pitchFamily="18" charset="0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Add big headline and use </a:t>
            </a:r>
            <a:br>
              <a:rPr lang="en-US"/>
            </a:br>
            <a:r>
              <a:rPr lang="en-US"/>
              <a:t>bold and magenta 2 to </a:t>
            </a:r>
            <a:br>
              <a:rPr lang="en-US"/>
            </a:br>
            <a:r>
              <a:rPr lang="en-US"/>
              <a:t>highlight text</a:t>
            </a:r>
            <a:endParaRPr lang="en-US" dirty="0"/>
          </a:p>
        </p:txBody>
      </p:sp>
      <p:sp>
        <p:nvSpPr>
          <p:cNvPr id="4" name="Picture Placeholder">
            <a:extLst>
              <a:ext uri="{FF2B5EF4-FFF2-40B4-BE49-F238E27FC236}">
                <a16:creationId xmlns:a16="http://schemas.microsoft.com/office/drawing/2014/main" id="{138A463F-BD68-4CBB-95FA-90342D714A0A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252000" y="476250"/>
            <a:ext cx="5940000" cy="5797550"/>
          </a:xfrm>
        </p:spPr>
        <p:txBody>
          <a:bodyPr tIns="68400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0225736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orient="horz" pos="30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Key Message with Image" preserve="1" userDrawn="1">
  <p:cSld name="E+H Key Messag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0"/>
            <a:ext cx="12192000" cy="6273799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en-US"/>
              <a:t>Slide </a:t>
            </a:r>
            <a:fld id="{66FC1F99-620F-4439-AB96-01EB7B8DCA4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xtSubtitle">
            <a:extLst>
              <a:ext uri="{FF2B5EF4-FFF2-40B4-BE49-F238E27FC236}">
                <a16:creationId xmlns:a16="http://schemas.microsoft.com/office/drawing/2014/main" id="{F93BAA17-470B-06A6-5BA5-1A1977B330F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4964" y="2137715"/>
            <a:ext cx="5616000" cy="1998368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noAutofit/>
          </a:bodyPr>
          <a:lstStyle>
            <a:lvl1pPr marL="0" indent="0" algn="l" rtl="0" eaLnBrk="1" fontAlgn="base" hangingPunct="1">
              <a:lnSpc>
                <a:spcPct val="110000"/>
              </a:lnSpc>
              <a:spcBef>
                <a:spcPts val="0"/>
              </a:spcBef>
              <a:spcAft>
                <a:spcPct val="0"/>
              </a:spcAft>
              <a:buClr>
                <a:srgbClr val="0088FF"/>
              </a:buClr>
              <a:buFont typeface="Wingdings" pitchFamily="2" charset="2"/>
              <a:buNone/>
              <a:defRPr lang="en-US" sz="4000" smtClean="0">
                <a:solidFill>
                  <a:srgbClr val="000000"/>
                </a:solidFill>
                <a:latin typeface="E+H Serif" pitchFamily="18" charset="0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Add big headline and use </a:t>
            </a:r>
            <a:br>
              <a:rPr lang="en-US"/>
            </a:br>
            <a:r>
              <a:rPr lang="en-US"/>
              <a:t>bold and magenta 2 to </a:t>
            </a:r>
            <a:br>
              <a:rPr lang="en-US"/>
            </a:br>
            <a:r>
              <a:rPr lang="en-US"/>
              <a:t>highlight text</a:t>
            </a:r>
            <a:endParaRPr lang="en-US" dirty="0"/>
          </a:p>
        </p:txBody>
      </p:sp>
      <p:sp>
        <p:nvSpPr>
          <p:cNvPr id="3" name="Picture Placeholder">
            <a:extLst>
              <a:ext uri="{FF2B5EF4-FFF2-40B4-BE49-F238E27FC236}">
                <a16:creationId xmlns:a16="http://schemas.microsoft.com/office/drawing/2014/main" id="{FF150D8E-0548-E10C-6F34-5141FFE9B4D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252000" y="0"/>
            <a:ext cx="5940000" cy="6273800"/>
          </a:xfrm>
        </p:spPr>
        <p:txBody>
          <a:bodyPr tIns="68400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6353983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orient="horz" pos="30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Empty Stage" preserve="1" userDrawn="1">
  <p:cSld name="E+H Empty St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1160462"/>
            <a:ext cx="12192000" cy="5113337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C6BDD1D7-5A4E-285D-6526-5002B8D16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9146E9D7-A920-F980-044E-46AACF645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EC535DF-6AC6-A024-99AE-F83851FD7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EAD2232-BF99-C7D5-39B5-5F4771F7B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20B16CBE-2AFF-403D-8D86-637EC97BAC3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1395103"/>
      </p:ext>
    </p:extLst>
  </p:cSld>
  <p:clrMapOvr>
    <a:masterClrMapping/>
  </p:clrMapOvr>
  <p:hf hdr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Stage with 2 Images" preserve="1" userDrawn="1">
  <p:cSld name="E+H Stage with 2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1160462"/>
            <a:ext cx="12192000" cy="5113337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C6BDD1D7-5A4E-285D-6526-5002B8D16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9146E9D7-A920-F980-044E-46AACF645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EC535DF-6AC6-A024-99AE-F83851FD7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EAD2232-BF99-C7D5-39B5-5F4771F7B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BD85F571-E3E7-4341-A539-80B0F571DCD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Picture Placeholder">
            <a:extLst>
              <a:ext uri="{FF2B5EF4-FFF2-40B4-BE49-F238E27FC236}">
                <a16:creationId xmlns:a16="http://schemas.microsoft.com/office/drawing/2014/main" id="{A691B02A-543E-3EA3-7210-40626B83FD7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34964" y="1502993"/>
            <a:ext cx="5580000" cy="4140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6" name="Picture Placeholder">
            <a:extLst>
              <a:ext uri="{FF2B5EF4-FFF2-40B4-BE49-F238E27FC236}">
                <a16:creationId xmlns:a16="http://schemas.microsoft.com/office/drawing/2014/main" id="{0D8F85E9-C5C0-7E53-18E3-FEDEBA392FB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279197" y="1502992"/>
            <a:ext cx="5580000" cy="4140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EEF7C7C-5696-D848-FAC0-DFCB8491939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34959" y="5656389"/>
            <a:ext cx="55800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3525A73A-0313-5BE9-D609-F046732591E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279197" y="5656389"/>
            <a:ext cx="55800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73470629"/>
      </p:ext>
    </p:extLst>
  </p:cSld>
  <p:clrMapOvr>
    <a:masterClrMapping/>
  </p:clrMapOvr>
  <p:hf hdr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Stage with 3 Images" preserve="1" userDrawn="1">
  <p:cSld name="E+H Stage with 3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1160462"/>
            <a:ext cx="12192000" cy="5113337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C6BDD1D7-5A4E-285D-6526-5002B8D16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9146E9D7-A920-F980-044E-46AACF645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EC535DF-6AC6-A024-99AE-F83851FD7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EAD2232-BF99-C7D5-39B5-5F4771F7B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630F7F18-EA4E-4FD2-A441-9E807585002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Picture Placeholder">
            <a:extLst>
              <a:ext uri="{FF2B5EF4-FFF2-40B4-BE49-F238E27FC236}">
                <a16:creationId xmlns:a16="http://schemas.microsoft.com/office/drawing/2014/main" id="{A691B02A-543E-3EA3-7210-40626B83FD7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34962" y="1502993"/>
            <a:ext cx="3636000" cy="4140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6" name="Picture Placeholder">
            <a:extLst>
              <a:ext uri="{FF2B5EF4-FFF2-40B4-BE49-F238E27FC236}">
                <a16:creationId xmlns:a16="http://schemas.microsoft.com/office/drawing/2014/main" id="{0D8F85E9-C5C0-7E53-18E3-FEDEBA392FB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278000" y="1502992"/>
            <a:ext cx="3636000" cy="4140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EEF7C7C-5696-D848-FAC0-DFCB8491939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34961" y="5656389"/>
            <a:ext cx="36360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3525A73A-0313-5BE9-D609-F046732591E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277999" y="5656389"/>
            <a:ext cx="36360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Picture Placeholder">
            <a:extLst>
              <a:ext uri="{FF2B5EF4-FFF2-40B4-BE49-F238E27FC236}">
                <a16:creationId xmlns:a16="http://schemas.microsoft.com/office/drawing/2014/main" id="{FB934382-ACF8-C2F7-5D8A-613F01EF61C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8221038" y="1502992"/>
            <a:ext cx="3636000" cy="4140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9CE17DCE-F494-124D-F468-5ACB2EDAFB8E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221037" y="5656389"/>
            <a:ext cx="36360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99403733"/>
      </p:ext>
    </p:extLst>
  </p:cSld>
  <p:clrMapOvr>
    <a:masterClrMapping/>
  </p:clrMapOvr>
  <p:hf hdr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Stage with 4 Images" preserve="1" userDrawn="1">
  <p:cSld name="E+H Stage with 4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1160462"/>
            <a:ext cx="12192000" cy="5113337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C6BDD1D7-5A4E-285D-6526-5002B8D16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9146E9D7-A920-F980-044E-46AACF645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EC535DF-6AC6-A024-99AE-F83851FD7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EAD2232-BF99-C7D5-39B5-5F4771F7B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B74BA5F5-4FF6-4AB5-AB78-550711D28A3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Picture Placeholder">
            <a:extLst>
              <a:ext uri="{FF2B5EF4-FFF2-40B4-BE49-F238E27FC236}">
                <a16:creationId xmlns:a16="http://schemas.microsoft.com/office/drawing/2014/main" id="{A691B02A-543E-3EA3-7210-40626B83FD7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34964" y="1502993"/>
            <a:ext cx="2638800" cy="4140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6" name="Picture Placeholder">
            <a:extLst>
              <a:ext uri="{FF2B5EF4-FFF2-40B4-BE49-F238E27FC236}">
                <a16:creationId xmlns:a16="http://schemas.microsoft.com/office/drawing/2014/main" id="{0D8F85E9-C5C0-7E53-18E3-FEDEBA392FB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96055" y="1502992"/>
            <a:ext cx="2638800" cy="4140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EEF7C7C-5696-D848-FAC0-DFCB8491939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34961" y="5656389"/>
            <a:ext cx="26388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3525A73A-0313-5BE9-D609-F046732591E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296055" y="5656389"/>
            <a:ext cx="26388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Picture Placeholder">
            <a:extLst>
              <a:ext uri="{FF2B5EF4-FFF2-40B4-BE49-F238E27FC236}">
                <a16:creationId xmlns:a16="http://schemas.microsoft.com/office/drawing/2014/main" id="{FB934382-ACF8-C2F7-5D8A-613F01EF61C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57146" y="1502992"/>
            <a:ext cx="2638800" cy="4140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9CE17DCE-F494-124D-F468-5ACB2EDAFB8E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57146" y="5656389"/>
            <a:ext cx="26388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6" name="Picture Placeholder">
            <a:extLst>
              <a:ext uri="{FF2B5EF4-FFF2-40B4-BE49-F238E27FC236}">
                <a16:creationId xmlns:a16="http://schemas.microsoft.com/office/drawing/2014/main" id="{1A84B836-5CE7-5EE0-CDF2-A107C93FA036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9218238" y="1502992"/>
            <a:ext cx="2638800" cy="4140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40F41D30-0941-52E1-A218-4E816B9502A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218238" y="5656389"/>
            <a:ext cx="26388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70613203"/>
      </p:ext>
    </p:extLst>
  </p:cSld>
  <p:clrMapOvr>
    <a:masterClrMapping/>
  </p:clrMapOvr>
  <p:hf hdr="0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Stage with 4 Images and 4 Textboxes" preserve="1" userDrawn="1">
  <p:cSld name="E+H Stage with 4 Images and 4 Text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1160462"/>
            <a:ext cx="12192000" cy="5113337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+mn-l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839E3B-9FC7-E7E5-CF82-FC84A8E772A7}"/>
              </a:ext>
            </a:extLst>
          </p:cNvPr>
          <p:cNvSpPr>
            <a:spLocks/>
          </p:cNvSpPr>
          <p:nvPr userDrawn="1"/>
        </p:nvSpPr>
        <p:spPr>
          <a:xfrm>
            <a:off x="334961" y="3269456"/>
            <a:ext cx="2638800" cy="2644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F043ACB-5E31-E85D-848F-DF3E9588B98C}"/>
              </a:ext>
            </a:extLst>
          </p:cNvPr>
          <p:cNvSpPr>
            <a:spLocks/>
          </p:cNvSpPr>
          <p:nvPr userDrawn="1"/>
        </p:nvSpPr>
        <p:spPr>
          <a:xfrm>
            <a:off x="9218238" y="3269456"/>
            <a:ext cx="2638800" cy="2644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C9D9A2-BB40-F9AC-29E3-24515EBE9480}"/>
              </a:ext>
            </a:extLst>
          </p:cNvPr>
          <p:cNvSpPr>
            <a:spLocks/>
          </p:cNvSpPr>
          <p:nvPr userDrawn="1"/>
        </p:nvSpPr>
        <p:spPr>
          <a:xfrm>
            <a:off x="6257146" y="3269456"/>
            <a:ext cx="2638800" cy="2644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24913A3-A7F3-80D8-AFF9-AA0EBA99C35C}"/>
              </a:ext>
            </a:extLst>
          </p:cNvPr>
          <p:cNvSpPr>
            <a:spLocks/>
          </p:cNvSpPr>
          <p:nvPr userDrawn="1"/>
        </p:nvSpPr>
        <p:spPr>
          <a:xfrm>
            <a:off x="3296055" y="3269456"/>
            <a:ext cx="2638800" cy="2644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C6BDD1D7-5A4E-285D-6526-5002B8D16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9146E9D7-A920-F980-044E-46AACF645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EC535DF-6AC6-A024-99AE-F83851FD7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EAD2232-BF99-C7D5-39B5-5F4771F7B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875E6480-50D2-4DA9-8AD6-9F3265CB5EF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Picture Placeholder">
            <a:extLst>
              <a:ext uri="{FF2B5EF4-FFF2-40B4-BE49-F238E27FC236}">
                <a16:creationId xmlns:a16="http://schemas.microsoft.com/office/drawing/2014/main" id="{A691B02A-543E-3EA3-7210-40626B83FD7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34964" y="1502993"/>
            <a:ext cx="26388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+mn-lt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6" name="Picture Placeholder">
            <a:extLst>
              <a:ext uri="{FF2B5EF4-FFF2-40B4-BE49-F238E27FC236}">
                <a16:creationId xmlns:a16="http://schemas.microsoft.com/office/drawing/2014/main" id="{0D8F85E9-C5C0-7E53-18E3-FEDEBA392FB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96055" y="1502992"/>
            <a:ext cx="26388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+mn-lt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EEF7C7C-5696-D848-FAC0-DFCB8491939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34961" y="3269457"/>
            <a:ext cx="2638800" cy="431131"/>
          </a:xfrm>
        </p:spPr>
        <p:txBody>
          <a:bodyPr wrap="square" lIns="108000" tIns="108000" rIns="108000" bIns="0">
            <a:noAutofit/>
          </a:bodyPr>
          <a:lstStyle>
            <a:lvl1pPr marL="0" indent="0">
              <a:buNone/>
              <a:defRPr sz="2000" b="1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Picture Placeholder">
            <a:extLst>
              <a:ext uri="{FF2B5EF4-FFF2-40B4-BE49-F238E27FC236}">
                <a16:creationId xmlns:a16="http://schemas.microsoft.com/office/drawing/2014/main" id="{FB934382-ACF8-C2F7-5D8A-613F01EF61C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57146" y="1502992"/>
            <a:ext cx="26388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+mn-lt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16" name="Picture Placeholder">
            <a:extLst>
              <a:ext uri="{FF2B5EF4-FFF2-40B4-BE49-F238E27FC236}">
                <a16:creationId xmlns:a16="http://schemas.microsoft.com/office/drawing/2014/main" id="{1A84B836-5CE7-5EE0-CDF2-A107C93FA036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9218238" y="1502992"/>
            <a:ext cx="26388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+mn-lt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97B0522E-A4C6-13E7-023D-EF9BE275BD15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34961" y="3705225"/>
            <a:ext cx="2638800" cy="2209803"/>
          </a:xfrm>
        </p:spPr>
        <p:txBody>
          <a:bodyPr wrap="square" lIns="108000" tIns="36000" rIns="108000" bIns="108000">
            <a:noAutofit/>
          </a:bodyPr>
          <a:lstStyle>
            <a:lvl1pPr marL="234000" indent="-234000">
              <a:spcAft>
                <a:spcPts val="0"/>
              </a:spcAft>
              <a:buFont typeface="E+H Sans" panose="020B0404050202020204" pitchFamily="34" charset="0"/>
              <a:buChar char="•"/>
              <a:defRPr sz="1600">
                <a:latin typeface="+mn-lt"/>
              </a:defRPr>
            </a:lvl1pPr>
            <a:lvl2pPr marL="468000" indent="-234000">
              <a:spcAft>
                <a:spcPts val="0"/>
              </a:spcAft>
              <a:defRPr sz="1600">
                <a:latin typeface="+mn-lt"/>
              </a:defRPr>
            </a:lvl2pPr>
            <a:lvl3pPr marL="702000" indent="-234000">
              <a:spcAft>
                <a:spcPts val="0"/>
              </a:spcAft>
              <a:defRPr>
                <a:latin typeface="+mn-l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F75E8FCE-4029-B345-4006-191F49E60442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296055" y="3269457"/>
            <a:ext cx="2638800" cy="431131"/>
          </a:xfrm>
        </p:spPr>
        <p:txBody>
          <a:bodyPr wrap="square" lIns="108000" tIns="108000" rIns="108000" bIns="0">
            <a:noAutofit/>
          </a:bodyPr>
          <a:lstStyle>
            <a:lvl1pPr marL="0" indent="0">
              <a:buNone/>
              <a:defRPr sz="2000" b="1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B7D13C8-34EB-0FF4-4D7A-272D6191734D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296055" y="3705225"/>
            <a:ext cx="2638800" cy="2209803"/>
          </a:xfrm>
        </p:spPr>
        <p:txBody>
          <a:bodyPr wrap="square" lIns="108000" tIns="36000" rIns="108000" bIns="108000">
            <a:noAutofit/>
          </a:bodyPr>
          <a:lstStyle>
            <a:lvl1pPr marL="234000" indent="-234000">
              <a:spcAft>
                <a:spcPts val="0"/>
              </a:spcAft>
              <a:buFont typeface="E+H Sans" panose="020B0404050202020204" pitchFamily="34" charset="0"/>
              <a:buChar char="•"/>
              <a:defRPr sz="1600">
                <a:latin typeface="+mn-lt"/>
              </a:defRPr>
            </a:lvl1pPr>
            <a:lvl2pPr marL="468000" indent="-234000">
              <a:spcAft>
                <a:spcPts val="0"/>
              </a:spcAft>
              <a:defRPr sz="1600">
                <a:latin typeface="+mn-lt"/>
              </a:defRPr>
            </a:lvl2pPr>
            <a:lvl3pPr marL="702000" indent="-234000">
              <a:spcAft>
                <a:spcPts val="0"/>
              </a:spcAft>
              <a:defRPr/>
            </a:lvl3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10EBB08D-993B-007A-6A37-6589A1F993AC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6257146" y="3269457"/>
            <a:ext cx="2638800" cy="431131"/>
          </a:xfrm>
        </p:spPr>
        <p:txBody>
          <a:bodyPr wrap="square" lIns="108000" tIns="108000" rIns="108000" bIns="0">
            <a:noAutofit/>
          </a:bodyPr>
          <a:lstStyle>
            <a:lvl1pPr marL="0" indent="0">
              <a:buNone/>
              <a:defRPr sz="2000" b="1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BA31B30C-1A02-5B20-61D6-8790A9864FF5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6257146" y="3705225"/>
            <a:ext cx="2638800" cy="2209803"/>
          </a:xfrm>
        </p:spPr>
        <p:txBody>
          <a:bodyPr wrap="square" lIns="108000" tIns="36000" rIns="108000" bIns="108000">
            <a:noAutofit/>
          </a:bodyPr>
          <a:lstStyle>
            <a:lvl1pPr marL="234000" indent="-234000">
              <a:spcAft>
                <a:spcPts val="0"/>
              </a:spcAft>
              <a:buFont typeface="E+H Sans" panose="020B0404050202020204" pitchFamily="34" charset="0"/>
              <a:buChar char="•"/>
              <a:defRPr sz="1600">
                <a:latin typeface="+mn-lt"/>
              </a:defRPr>
            </a:lvl1pPr>
            <a:lvl2pPr marL="468000" indent="-234000">
              <a:spcAft>
                <a:spcPts val="0"/>
              </a:spcAft>
              <a:defRPr sz="1600">
                <a:latin typeface="+mn-lt"/>
              </a:defRPr>
            </a:lvl2pPr>
            <a:lvl3pPr marL="702000" indent="-234000">
              <a:spcAft>
                <a:spcPts val="0"/>
              </a:spcAft>
              <a:defRPr>
                <a:latin typeface="+mn-l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99A9520D-2ED1-8F53-E749-CB65E4E23735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9218238" y="3269457"/>
            <a:ext cx="2638800" cy="431131"/>
          </a:xfrm>
        </p:spPr>
        <p:txBody>
          <a:bodyPr wrap="square" lIns="108000" tIns="108000" rIns="108000" bIns="0">
            <a:noAutofit/>
          </a:bodyPr>
          <a:lstStyle>
            <a:lvl1pPr marL="0" indent="0">
              <a:buNone/>
              <a:defRPr sz="2000" b="1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5E92F566-3848-CC23-CAC6-F48269BC155D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9218238" y="3705225"/>
            <a:ext cx="2638800" cy="2209803"/>
          </a:xfrm>
        </p:spPr>
        <p:txBody>
          <a:bodyPr wrap="square" lIns="108000" tIns="36000" rIns="108000" bIns="108000">
            <a:noAutofit/>
          </a:bodyPr>
          <a:lstStyle>
            <a:lvl1pPr marL="234000" indent="-234000">
              <a:spcAft>
                <a:spcPts val="0"/>
              </a:spcAft>
              <a:buFont typeface="E+H Sans" panose="020B0404050202020204" pitchFamily="34" charset="0"/>
              <a:buChar char="•"/>
              <a:defRPr sz="1600">
                <a:latin typeface="+mn-lt"/>
              </a:defRPr>
            </a:lvl1pPr>
            <a:lvl2pPr marL="468000" indent="-234000">
              <a:spcAft>
                <a:spcPts val="0"/>
              </a:spcAft>
              <a:defRPr sz="1600">
                <a:latin typeface="+mn-lt"/>
              </a:defRPr>
            </a:lvl2pPr>
            <a:lvl3pPr marL="702000" indent="-234000">
              <a:spcAft>
                <a:spcPts val="0"/>
              </a:spcAft>
              <a:defRPr>
                <a:latin typeface="+mn-l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07958056"/>
      </p:ext>
    </p:extLst>
  </p:cSld>
  <p:clrMapOvr>
    <a:masterClrMapping/>
  </p:clrMapOvr>
  <p:hf hdr="0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Stage with 6 Images" preserve="1" userDrawn="1">
  <p:cSld name="E+H Stage with 6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1160462"/>
            <a:ext cx="12192000" cy="5113337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C6BDD1D7-5A4E-285D-6526-5002B8D16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9146E9D7-A920-F980-044E-46AACF645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EC535DF-6AC6-A024-99AE-F83851FD7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EAD2232-BF99-C7D5-39B5-5F4771F7B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C8362038-8291-46E9-AA8A-5F1696A29CA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Picture Placeholder">
            <a:extLst>
              <a:ext uri="{FF2B5EF4-FFF2-40B4-BE49-F238E27FC236}">
                <a16:creationId xmlns:a16="http://schemas.microsoft.com/office/drawing/2014/main" id="{A691B02A-543E-3EA3-7210-40626B83FD7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34964" y="1502993"/>
            <a:ext cx="36360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6" name="Picture Placeholder">
            <a:extLst>
              <a:ext uri="{FF2B5EF4-FFF2-40B4-BE49-F238E27FC236}">
                <a16:creationId xmlns:a16="http://schemas.microsoft.com/office/drawing/2014/main" id="{0D8F85E9-C5C0-7E53-18E3-FEDEBA392FB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278001" y="1502992"/>
            <a:ext cx="36360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EEF7C7C-5696-D848-FAC0-DFCB8491939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34961" y="3275660"/>
            <a:ext cx="36360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3525A73A-0313-5BE9-D609-F046732591E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278001" y="3275660"/>
            <a:ext cx="36360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Picture Placeholder">
            <a:extLst>
              <a:ext uri="{FF2B5EF4-FFF2-40B4-BE49-F238E27FC236}">
                <a16:creationId xmlns:a16="http://schemas.microsoft.com/office/drawing/2014/main" id="{FB934382-ACF8-C2F7-5D8A-613F01EF61C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8221038" y="1502992"/>
            <a:ext cx="36360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9CE17DCE-F494-124D-F468-5ACB2EDAFB8E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221038" y="3275660"/>
            <a:ext cx="36360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8" name="Picture Placeholder">
            <a:extLst>
              <a:ext uri="{FF2B5EF4-FFF2-40B4-BE49-F238E27FC236}">
                <a16:creationId xmlns:a16="http://schemas.microsoft.com/office/drawing/2014/main" id="{161E03FE-7D98-7D56-E8D3-D80F4260384C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334964" y="3885403"/>
            <a:ext cx="36360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19" name="Picture Placeholder">
            <a:extLst>
              <a:ext uri="{FF2B5EF4-FFF2-40B4-BE49-F238E27FC236}">
                <a16:creationId xmlns:a16="http://schemas.microsoft.com/office/drawing/2014/main" id="{BB286F25-5959-7B81-F3AF-490F13BA8E04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278001" y="3885402"/>
            <a:ext cx="36360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F26CAA86-CAC2-70D1-6841-4F23F7146ADA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34961" y="5658070"/>
            <a:ext cx="36360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BBBE7BD6-C0B3-5D34-C248-1645E9386F7A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278001" y="5658070"/>
            <a:ext cx="36360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Picture Placeholder">
            <a:extLst>
              <a:ext uri="{FF2B5EF4-FFF2-40B4-BE49-F238E27FC236}">
                <a16:creationId xmlns:a16="http://schemas.microsoft.com/office/drawing/2014/main" id="{5BC1B288-E49B-7C1D-698C-50A1C95D2E65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8221038" y="3885402"/>
            <a:ext cx="36360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2A1A70B9-D6E7-2189-A687-1E141C5DBDFC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8221038" y="5658070"/>
            <a:ext cx="36360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02698691"/>
      </p:ext>
    </p:extLst>
  </p:cSld>
  <p:clrMapOvr>
    <a:masterClrMapping/>
  </p:clrMapOvr>
  <p:hf hdr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Stage with 8 Images" preserve="1" userDrawn="1">
  <p:cSld name="E+H Stage with 8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1160462"/>
            <a:ext cx="12192000" cy="5113337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C6BDD1D7-5A4E-285D-6526-5002B8D16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9146E9D7-A920-F980-044E-46AACF645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EC535DF-6AC6-A024-99AE-F83851FD7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EAD2232-BF99-C7D5-39B5-5F4771F7B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16D5F3D6-4A6B-4F70-9276-4176D6715FA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Picture Placeholder">
            <a:extLst>
              <a:ext uri="{FF2B5EF4-FFF2-40B4-BE49-F238E27FC236}">
                <a16:creationId xmlns:a16="http://schemas.microsoft.com/office/drawing/2014/main" id="{A691B02A-543E-3EA3-7210-40626B83FD7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34964" y="1502993"/>
            <a:ext cx="26388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6" name="Picture Placeholder">
            <a:extLst>
              <a:ext uri="{FF2B5EF4-FFF2-40B4-BE49-F238E27FC236}">
                <a16:creationId xmlns:a16="http://schemas.microsoft.com/office/drawing/2014/main" id="{0D8F85E9-C5C0-7E53-18E3-FEDEBA392FB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96055" y="1502992"/>
            <a:ext cx="26388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EEF7C7C-5696-D848-FAC0-DFCB8491939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34961" y="3275660"/>
            <a:ext cx="26388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3525A73A-0313-5BE9-D609-F046732591E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296055" y="3275660"/>
            <a:ext cx="26388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Picture Placeholder">
            <a:extLst>
              <a:ext uri="{FF2B5EF4-FFF2-40B4-BE49-F238E27FC236}">
                <a16:creationId xmlns:a16="http://schemas.microsoft.com/office/drawing/2014/main" id="{FB934382-ACF8-C2F7-5D8A-613F01EF61C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57146" y="1502992"/>
            <a:ext cx="26388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9CE17DCE-F494-124D-F468-5ACB2EDAFB8E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57146" y="3275660"/>
            <a:ext cx="26388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8" name="Picture Placeholder">
            <a:extLst>
              <a:ext uri="{FF2B5EF4-FFF2-40B4-BE49-F238E27FC236}">
                <a16:creationId xmlns:a16="http://schemas.microsoft.com/office/drawing/2014/main" id="{161E03FE-7D98-7D56-E8D3-D80F4260384C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9218238" y="1502992"/>
            <a:ext cx="26388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19" name="Picture Placeholder">
            <a:extLst>
              <a:ext uri="{FF2B5EF4-FFF2-40B4-BE49-F238E27FC236}">
                <a16:creationId xmlns:a16="http://schemas.microsoft.com/office/drawing/2014/main" id="{BB286F25-5959-7B81-F3AF-490F13BA8E04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34964" y="3885403"/>
            <a:ext cx="26388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F26CAA86-CAC2-70D1-6841-4F23F7146ADA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34961" y="5658070"/>
            <a:ext cx="26388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BBBE7BD6-C0B3-5D34-C248-1645E9386F7A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296055" y="5658070"/>
            <a:ext cx="26388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Picture Placeholder">
            <a:extLst>
              <a:ext uri="{FF2B5EF4-FFF2-40B4-BE49-F238E27FC236}">
                <a16:creationId xmlns:a16="http://schemas.microsoft.com/office/drawing/2014/main" id="{5BC1B288-E49B-7C1D-698C-50A1C95D2E65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3296055" y="3885402"/>
            <a:ext cx="26388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2A1A70B9-D6E7-2189-A687-1E141C5DBDFC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6257146" y="5658070"/>
            <a:ext cx="26388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Picture Placeholder">
            <a:extLst>
              <a:ext uri="{FF2B5EF4-FFF2-40B4-BE49-F238E27FC236}">
                <a16:creationId xmlns:a16="http://schemas.microsoft.com/office/drawing/2014/main" id="{3BDC3326-151B-B693-C80B-4A7589D233E8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6257146" y="3885402"/>
            <a:ext cx="26388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C785B19B-EFC0-6FE3-0122-0ABFB576EE40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9218238" y="3275660"/>
            <a:ext cx="26388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Picture Placeholder">
            <a:extLst>
              <a:ext uri="{FF2B5EF4-FFF2-40B4-BE49-F238E27FC236}">
                <a16:creationId xmlns:a16="http://schemas.microsoft.com/office/drawing/2014/main" id="{06C76ECF-E56C-66E8-CAFA-1D7314A0FD58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9218238" y="3885402"/>
            <a:ext cx="26388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F1B2F49D-2D6B-425F-280C-DE1881D04B11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9218238" y="5658070"/>
            <a:ext cx="26388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54434344"/>
      </p:ext>
    </p:extLst>
  </p:cSld>
  <p:clrMapOvr>
    <a:masterClrMapping/>
  </p:clrMapOvr>
  <p:hf hdr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Stage with White Box" preserve="1" userDrawn="1">
  <p:cSld name="E+H Stage with Whit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 bwMode="gray">
          <a:xfrm>
            <a:off x="0" y="1160462"/>
            <a:ext cx="12192000" cy="5113337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9"/>
          </p:nvPr>
        </p:nvSpPr>
        <p:spPr bwMode="gray"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 bwMode="gray"/>
        <p:txBody>
          <a:bodyPr/>
          <a:lstStyle/>
          <a:p>
            <a:r>
              <a:rPr lang="en-US"/>
              <a:t>Slide </a:t>
            </a:r>
            <a:fld id="{398CB0C9-535A-4369-8CEA-CAF3EDF31A5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21"/>
          </p:nvPr>
        </p:nvSpPr>
        <p:spPr bwMode="gray"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706AF5B-93C0-C940-D443-2B90F6845767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61C01410-A5BA-CF3A-E826-3B17940E2EE2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 bwMode="gray">
          <a:xfrm>
            <a:off x="334963" y="1490693"/>
            <a:ext cx="5610224" cy="3622213"/>
          </a:xfrm>
          <a:solidFill>
            <a:srgbClr val="FFFFFF"/>
          </a:solidFill>
        </p:spPr>
        <p:txBody>
          <a:bodyPr lIns="180000" tIns="108000" rIns="180000" bIns="108000" anchor="t"/>
          <a:lstStyle>
            <a:lvl1pPr>
              <a:defRPr sz="2000">
                <a:latin typeface="+mn-lt"/>
              </a:defRPr>
            </a:lvl1pPr>
            <a:lvl2pPr>
              <a:defRPr sz="2000">
                <a:latin typeface="+mn-lt"/>
              </a:defRPr>
            </a:lvl2pPr>
            <a:lvl3pPr>
              <a:defRPr sz="2000">
                <a:latin typeface="+mn-lt"/>
              </a:defRPr>
            </a:lvl3pPr>
            <a:lvl4pPr>
              <a:defRPr sz="2000">
                <a:latin typeface="+mn-lt"/>
              </a:defRPr>
            </a:lvl4pPr>
            <a:lvl5pPr>
              <a:defRPr sz="20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E22BA937-14E2-3ABE-CF13-CF35BDA68E68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 bwMode="gray">
          <a:xfrm>
            <a:off x="6241037" y="1490693"/>
            <a:ext cx="5616000" cy="4450389"/>
          </a:xfrm>
        </p:spPr>
        <p:txBody>
          <a:bodyPr anchor="ctr"/>
          <a:lstStyle>
            <a:lvl1pPr marL="0" indent="0" algn="ctr">
              <a:buNone/>
              <a:defRPr/>
            </a:lvl1pPr>
            <a:lvl2pPr marL="269875" indent="0" algn="ctr">
              <a:buNone/>
              <a:defRPr/>
            </a:lvl2pPr>
            <a:lvl3pPr marL="534987" indent="0" algn="ctr">
              <a:buNone/>
              <a:defRPr/>
            </a:lvl3pPr>
            <a:lvl4pPr marL="723900" indent="0" algn="ctr">
              <a:buNone/>
              <a:defRPr/>
            </a:lvl4pPr>
            <a:lvl5pPr marL="892175" indent="0" algn="ctr">
              <a:buNone/>
              <a:defRPr/>
            </a:lvl5pPr>
          </a:lstStyle>
          <a:p>
            <a:pPr marL="0" marR="0" lvl="0" indent="0" algn="ctr" defTabSz="914400" rtl="0" eaLnBrk="1" fontAlgn="base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007CAA"/>
              </a:buClr>
              <a:buSzTx/>
              <a:buFont typeface="E+H Serif" pitchFamily="18" charset="0"/>
              <a:buNone/>
              <a:tabLst/>
              <a:defRPr/>
            </a:pPr>
            <a:r>
              <a:rPr lang="en-US"/>
              <a:t>Add picture with</a:t>
            </a:r>
            <a:br>
              <a:rPr lang="en-US"/>
            </a:br>
            <a:r>
              <a:rPr lang="en-US"/>
              <a:t>transparent background, </a:t>
            </a:r>
            <a:br>
              <a:rPr lang="en-US"/>
            </a:br>
            <a:r>
              <a:rPr lang="en-US"/>
              <a:t>screenshot or document preview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7918987"/>
      </p:ext>
    </p:extLst>
  </p:cSld>
  <p:clrMapOvr>
    <a:masterClrMapping/>
  </p:clrMapOvr>
  <p:hf hdr="0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Stage with Chart" preserve="1" userDrawn="1">
  <p:cSld name="E+H Stage with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1160462"/>
            <a:ext cx="12192000" cy="5113337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C6BDD1D7-5A4E-285D-6526-5002B8D16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9146E9D7-A920-F980-044E-46AACF645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EC535DF-6AC6-A024-99AE-F83851FD7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EAD2232-BF99-C7D5-39B5-5F4771F7B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E891B0FA-6B1F-4EBA-9A0D-9C78D8D28F3E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EA37C23-D906-56FE-12A5-E0ABC7FF87C7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34962" y="1352638"/>
            <a:ext cx="9674225" cy="4740187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</a:t>
            </a:r>
            <a:r>
              <a:rPr lang="en-US"/>
              <a:t>add chart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151244"/>
      </p:ext>
    </p:extLst>
  </p:cSld>
  <p:clrMapOvr>
    <a:masterClrMapping/>
  </p:clrMapOvr>
  <p:hf hdr="0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Table of Contents" preserve="1" userDrawn="1">
  <p:cSld name="E+H 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Title"/>
          <p:cNvSpPr>
            <a:spLocks noGrp="1"/>
          </p:cNvSpPr>
          <p:nvPr>
            <p:ph type="title" hasCustomPrompt="1"/>
          </p:nvPr>
        </p:nvSpPr>
        <p:spPr>
          <a:xfrm>
            <a:off x="334964" y="620690"/>
            <a:ext cx="5605038" cy="360041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Title of agenda slide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5"/>
          </p:nvPr>
        </p:nvSpPr>
        <p:spPr>
          <a:xfrm>
            <a:off x="334964" y="194736"/>
            <a:ext cx="5616000" cy="180000"/>
          </a:xfrm>
        </p:spPr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/>
              <a:t>Slide </a:t>
            </a:r>
            <a:fld id="{6236E701-B6CF-4BC6-B97D-8B6AA6223C8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Picture Placeholder">
            <a:extLst>
              <a:ext uri="{FF2B5EF4-FFF2-40B4-BE49-F238E27FC236}">
                <a16:creationId xmlns:a16="http://schemas.microsoft.com/office/drawing/2014/main" id="{3ECE0A0B-4A7A-078B-695B-C42957163F25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252001" y="0"/>
            <a:ext cx="5939999" cy="6273800"/>
          </a:xfrm>
        </p:spPr>
        <p:txBody>
          <a:bodyPr tIns="68400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/>
              <a:t>Optional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8183380"/>
      </p:ext>
    </p:extLst>
  </p:cSld>
  <p:clrMapOvr>
    <a:masterClrMapping/>
  </p:clrMapOvr>
  <p:hf hd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image" Target="../media/image1.jpe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xtTitle"/>
          <p:cNvSpPr>
            <a:spLocks noGrp="1" noChangeArrowheads="1"/>
          </p:cNvSpPr>
          <p:nvPr>
            <p:ph type="title"/>
          </p:nvPr>
        </p:nvSpPr>
        <p:spPr bwMode="auto">
          <a:xfrm>
            <a:off x="334963" y="620690"/>
            <a:ext cx="11522075" cy="3600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dirty="0"/>
          </a:p>
        </p:txBody>
      </p:sp>
      <p:sp>
        <p:nvSpPr>
          <p:cNvPr id="1027" name="txtContent"/>
          <p:cNvSpPr>
            <a:spLocks noGrp="1" noChangeArrowheads="1"/>
          </p:cNvSpPr>
          <p:nvPr>
            <p:ph type="body" idx="1"/>
          </p:nvPr>
        </p:nvSpPr>
        <p:spPr bwMode="auto">
          <a:xfrm>
            <a:off x="334962" y="1164474"/>
            <a:ext cx="9674225" cy="49283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Textmasterformate durch Klicken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</a:p>
          <a:p>
            <a:pPr lvl="3"/>
            <a:r>
              <a:rPr lang="en-US"/>
              <a:t>Vierte Ebene</a:t>
            </a:r>
          </a:p>
          <a:p>
            <a:pPr lvl="4"/>
            <a:r>
              <a:rPr lang="en-US"/>
              <a:t>Fünfte Ebene</a:t>
            </a:r>
            <a:endParaRPr lang="en-US" dirty="0"/>
          </a:p>
        </p:txBody>
      </p:sp>
      <p:sp>
        <p:nvSpPr>
          <p:cNvPr id="1028" name="txtPresentationTitle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334963" y="194736"/>
            <a:ext cx="9674225" cy="18000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 sz="1200">
                <a:solidFill>
                  <a:srgbClr val="000000"/>
                </a:solidFill>
                <a:latin typeface="E+H Serif"/>
              </a:defRPr>
            </a:lvl1pPr>
          </a:lstStyle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1029" name="txtPresenter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086351" y="6469380"/>
            <a:ext cx="1130300" cy="18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</a:bodyPr>
          <a:lstStyle>
            <a:lvl1pPr>
              <a:defRPr sz="1200" noProof="1">
                <a:solidFill>
                  <a:srgbClr val="000000"/>
                </a:solidFill>
                <a:latin typeface="E+H Serif"/>
              </a:defRPr>
            </a:lvl1pPr>
          </a:lstStyle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030" name="txtSlideNumber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633051" y="6469380"/>
            <a:ext cx="571500" cy="18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noAutofit/>
          </a:bodyPr>
          <a:lstStyle>
            <a:lvl1pPr>
              <a:defRPr sz="1200" noProof="1">
                <a:solidFill>
                  <a:srgbClr val="000000"/>
                </a:solidFill>
                <a:latin typeface="E+H Serif"/>
              </a:defRPr>
            </a:lvl1pPr>
          </a:lstStyle>
          <a:p>
            <a:r>
              <a:rPr lang="en-US"/>
              <a:t>Slide </a:t>
            </a:r>
            <a:fld id="{D31F5330-EC4B-4841-BE02-E867ECC223D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33" name="shLine"/>
          <p:cNvSpPr>
            <a:spLocks noChangeShapeType="1"/>
          </p:cNvSpPr>
          <p:nvPr/>
        </p:nvSpPr>
        <p:spPr bwMode="gray">
          <a:xfrm flipV="1">
            <a:off x="0" y="6267219"/>
            <a:ext cx="12192000" cy="0"/>
          </a:xfrm>
          <a:prstGeom prst="line">
            <a:avLst/>
          </a:prstGeom>
          <a:noFill/>
          <a:ln w="6350">
            <a:solidFill>
              <a:srgbClr val="C3CED5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endParaRPr lang="en-US" dirty="0">
              <a:latin typeface="E+H Serif"/>
            </a:endParaRPr>
          </a:p>
        </p:txBody>
      </p:sp>
      <p:sp>
        <p:nvSpPr>
          <p:cNvPr id="12" name="txtDate"/>
          <p:cNvSpPr>
            <a:spLocks noChangeArrowheads="1"/>
          </p:cNvSpPr>
          <p:nvPr/>
        </p:nvSpPr>
        <p:spPr bwMode="auto">
          <a:xfrm>
            <a:off x="2751751" y="6469380"/>
            <a:ext cx="787400" cy="18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ctr">
            <a:noAutofit/>
          </a:bodyPr>
          <a:lstStyle/>
          <a:p>
            <a:r>
              <a:rPr lang="en-US" sz="1200" noProof="1">
                <a:solidFill>
                  <a:srgbClr val="000000"/>
                </a:solidFill>
                <a:latin typeface="E+H Serif" pitchFamily="18" charset="0"/>
              </a:rPr>
              <a:t>04/2/2026</a:t>
            </a:r>
          </a:p>
        </p:txBody>
      </p:sp>
      <p:pic>
        <p:nvPicPr>
          <p:cNvPr id="5" name="imgLogo">
            <a:extLst>
              <a:ext uri="{FF2B5EF4-FFF2-40B4-BE49-F238E27FC236}">
                <a16:creationId xmlns:a16="http://schemas.microsoft.com/office/drawing/2014/main" id="{5D5402A9-0B6A-E5FB-4697-01749AAE97EA}"/>
              </a:ext>
            </a:extLst>
          </p:cNvPr>
          <p:cNvPicPr>
            <a:picLocks noChangeAspect="1"/>
          </p:cNvPicPr>
          <p:nvPr userDrawn="1"/>
        </p:nvPicPr>
        <p:blipFill>
          <a:blip r:embed="rId3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10099" y="6451600"/>
            <a:ext cx="1854200" cy="216725"/>
          </a:xfrm>
          <a:prstGeom prst="rect">
            <a:avLst/>
          </a:prstGeom>
        </p:spPr>
      </p:pic>
      <p:sp>
        <p:nvSpPr>
          <p:cNvPr id="2" name="txtClassification">
            <a:extLst>
              <a:ext uri="{FF2B5EF4-FFF2-40B4-BE49-F238E27FC236}">
                <a16:creationId xmlns:a16="http://schemas.microsoft.com/office/drawing/2014/main" id="{72047043-56FC-B90E-B789-34510C97ABB5}"/>
              </a:ext>
            </a:extLst>
          </p:cNvPr>
          <p:cNvSpPr txBox="1"/>
          <p:nvPr userDrawn="1"/>
        </p:nvSpPr>
        <p:spPr>
          <a:xfrm>
            <a:off x="334963" y="6469380"/>
            <a:ext cx="750888" cy="179388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b="0" i="0" u="none" cap="all" baseline="0" dirty="0">
                <a:solidFill>
                  <a:srgbClr val="A8005C"/>
                </a:solidFill>
                <a:latin typeface="E+H Serif" pitchFamily="18" charset="0"/>
              </a:rPr>
              <a:t>Internal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50" r:id="rId2"/>
    <p:sldLayoutId id="2147483697" r:id="rId3"/>
    <p:sldLayoutId id="2147483668" r:id="rId4"/>
    <p:sldLayoutId id="2147483672" r:id="rId5"/>
    <p:sldLayoutId id="2147483673" r:id="rId6"/>
    <p:sldLayoutId id="2147483683" r:id="rId7"/>
    <p:sldLayoutId id="2147483684" r:id="rId8"/>
    <p:sldLayoutId id="2147483676" r:id="rId9"/>
    <p:sldLayoutId id="2147483677" r:id="rId10"/>
    <p:sldLayoutId id="2147483664" r:id="rId11"/>
    <p:sldLayoutId id="2147483663" r:id="rId12"/>
    <p:sldLayoutId id="2147483665" r:id="rId13"/>
    <p:sldLayoutId id="2147483666" r:id="rId14"/>
    <p:sldLayoutId id="2147483652" r:id="rId15"/>
    <p:sldLayoutId id="2147483682" r:id="rId16"/>
    <p:sldLayoutId id="2147483654" r:id="rId17"/>
    <p:sldLayoutId id="2147483655" r:id="rId18"/>
    <p:sldLayoutId id="2147483678" r:id="rId19"/>
    <p:sldLayoutId id="2147483685" r:id="rId20"/>
    <p:sldLayoutId id="2147483686" r:id="rId21"/>
    <p:sldLayoutId id="2147483688" r:id="rId22"/>
    <p:sldLayoutId id="2147483689" r:id="rId23"/>
    <p:sldLayoutId id="2147483690" r:id="rId24"/>
    <p:sldLayoutId id="2147483679" r:id="rId25"/>
    <p:sldLayoutId id="2147483692" r:id="rId26"/>
    <p:sldLayoutId id="2147483693" r:id="rId27"/>
    <p:sldLayoutId id="2147483694" r:id="rId28"/>
    <p:sldLayoutId id="2147483698" r:id="rId29"/>
    <p:sldLayoutId id="2147483695" r:id="rId30"/>
    <p:sldLayoutId id="2147483696" r:id="rId31"/>
    <p:sldLayoutId id="2147483687" r:id="rId32"/>
    <p:sldLayoutId id="2147483691" r:id="rId33"/>
    <p:sldLayoutId id="2147483681" r:id="rId34"/>
  </p:sldLayoutIdLst>
  <p:hf hdr="0"/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400" b="1">
          <a:solidFill>
            <a:srgbClr val="A8005C"/>
          </a:solidFill>
          <a:latin typeface="E+H Serif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tx2"/>
          </a:solidFill>
          <a:latin typeface="E+H Serif" pitchFamily="2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tx2"/>
          </a:solidFill>
          <a:latin typeface="E+H Serif" pitchFamily="2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tx2"/>
          </a:solidFill>
          <a:latin typeface="E+H Serif" pitchFamily="2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tx2"/>
          </a:solidFill>
          <a:latin typeface="E+H Serif" pitchFamily="2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tx2"/>
          </a:solidFill>
          <a:latin typeface="E+H Serif" pitchFamily="2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tx2"/>
          </a:solidFill>
          <a:latin typeface="E+H Serif" pitchFamily="2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tx2"/>
          </a:solidFill>
          <a:latin typeface="E+H Serif" pitchFamily="2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tx2"/>
          </a:solidFill>
          <a:latin typeface="E+H Serif" pitchFamily="2" charset="0"/>
        </a:defRPr>
      </a:lvl9pPr>
    </p:titleStyle>
    <p:bodyStyle>
      <a:lvl1pPr marL="269875" indent="-269875" algn="l" rtl="0" eaLnBrk="1" fontAlgn="base" hangingPunct="1">
        <a:lnSpc>
          <a:spcPct val="110000"/>
        </a:lnSpc>
        <a:spcBef>
          <a:spcPts val="0"/>
        </a:spcBef>
        <a:spcAft>
          <a:spcPts val="600"/>
        </a:spcAft>
        <a:buClr>
          <a:srgbClr val="007CAA"/>
        </a:buClr>
        <a:buFont typeface="E+H Serif" pitchFamily="18" charset="0"/>
        <a:buChar char="•"/>
        <a:defRPr sz="2000">
          <a:solidFill>
            <a:srgbClr val="000000"/>
          </a:solidFill>
          <a:latin typeface="E+H Serif"/>
          <a:ea typeface="+mn-ea"/>
          <a:cs typeface="+mn-cs"/>
        </a:defRPr>
      </a:lvl1pPr>
      <a:lvl2pPr marL="541338" indent="-271463" algn="l" rtl="0" eaLnBrk="1" fontAlgn="base" hangingPunct="1">
        <a:lnSpc>
          <a:spcPct val="110000"/>
        </a:lnSpc>
        <a:spcBef>
          <a:spcPts val="0"/>
        </a:spcBef>
        <a:spcAft>
          <a:spcPts val="600"/>
        </a:spcAft>
        <a:buClr>
          <a:srgbClr val="007CAA"/>
        </a:buClr>
        <a:buFont typeface="E+H Serif" pitchFamily="18" charset="0"/>
        <a:buChar char="•"/>
        <a:defRPr sz="1800">
          <a:solidFill>
            <a:srgbClr val="000000"/>
          </a:solidFill>
          <a:latin typeface="E+H Serif"/>
        </a:defRPr>
      </a:lvl2pPr>
      <a:lvl3pPr marL="717550" indent="-182563" algn="l" rtl="0" eaLnBrk="1" fontAlgn="base" hangingPunct="1">
        <a:lnSpc>
          <a:spcPct val="110000"/>
        </a:lnSpc>
        <a:spcBef>
          <a:spcPts val="0"/>
        </a:spcBef>
        <a:spcAft>
          <a:spcPts val="400"/>
        </a:spcAft>
        <a:buClr>
          <a:srgbClr val="007CAA"/>
        </a:buClr>
        <a:buFont typeface="E+H Serif" pitchFamily="18" charset="0"/>
        <a:buChar char="•"/>
        <a:defRPr sz="1400">
          <a:solidFill>
            <a:srgbClr val="000000"/>
          </a:solidFill>
          <a:latin typeface="E+H Serif"/>
        </a:defRPr>
      </a:lvl3pPr>
      <a:lvl4pPr marL="900113" indent="-176213" algn="l" rtl="0" eaLnBrk="1" fontAlgn="base" hangingPunct="1">
        <a:lnSpc>
          <a:spcPct val="110000"/>
        </a:lnSpc>
        <a:spcBef>
          <a:spcPts val="0"/>
        </a:spcBef>
        <a:spcAft>
          <a:spcPts val="400"/>
        </a:spcAft>
        <a:buClr>
          <a:srgbClr val="007CAA"/>
        </a:buClr>
        <a:buFont typeface="E+H Serif" pitchFamily="18" charset="0"/>
        <a:buChar char="•"/>
        <a:defRPr sz="1400">
          <a:solidFill>
            <a:srgbClr val="000000"/>
          </a:solidFill>
          <a:latin typeface="E+H Serif"/>
        </a:defRPr>
      </a:lvl4pPr>
      <a:lvl5pPr marL="1074738" indent="-182563" algn="l" rtl="0" eaLnBrk="1" fontAlgn="base" hangingPunct="1">
        <a:lnSpc>
          <a:spcPct val="110000"/>
        </a:lnSpc>
        <a:spcBef>
          <a:spcPts val="0"/>
        </a:spcBef>
        <a:spcAft>
          <a:spcPts val="400"/>
        </a:spcAft>
        <a:buClr>
          <a:srgbClr val="007CAA"/>
        </a:buClr>
        <a:buFont typeface="E+H Serif" pitchFamily="18" charset="0"/>
        <a:buChar char="•"/>
        <a:defRPr sz="1400">
          <a:solidFill>
            <a:srgbClr val="000000"/>
          </a:solidFill>
          <a:latin typeface="E+H Serif"/>
        </a:defRPr>
      </a:lvl5pPr>
      <a:lvl6pPr marL="2252663" indent="-179388" algn="l" rtl="0" eaLnBrk="1" fontAlgn="base" hangingPunct="1">
        <a:lnSpc>
          <a:spcPct val="110000"/>
        </a:lnSpc>
        <a:spcBef>
          <a:spcPct val="90000"/>
        </a:spcBef>
        <a:spcAft>
          <a:spcPct val="0"/>
        </a:spcAft>
        <a:buClr>
          <a:srgbClr val="0088FF"/>
        </a:buClr>
        <a:buFont typeface="Wingdings" pitchFamily="2" charset="2"/>
        <a:buChar char="n"/>
        <a:defRPr sz="1600">
          <a:solidFill>
            <a:srgbClr val="000000"/>
          </a:solidFill>
          <a:latin typeface="+mn-lt"/>
        </a:defRPr>
      </a:lvl6pPr>
      <a:lvl7pPr marL="2709863" indent="-179388" algn="l" rtl="0" eaLnBrk="1" fontAlgn="base" hangingPunct="1">
        <a:lnSpc>
          <a:spcPct val="110000"/>
        </a:lnSpc>
        <a:spcBef>
          <a:spcPct val="90000"/>
        </a:spcBef>
        <a:spcAft>
          <a:spcPct val="0"/>
        </a:spcAft>
        <a:buClr>
          <a:srgbClr val="0088FF"/>
        </a:buClr>
        <a:buFont typeface="Wingdings" pitchFamily="2" charset="2"/>
        <a:buChar char="n"/>
        <a:defRPr sz="1600">
          <a:solidFill>
            <a:srgbClr val="000000"/>
          </a:solidFill>
          <a:latin typeface="+mn-lt"/>
        </a:defRPr>
      </a:lvl7pPr>
      <a:lvl8pPr marL="3167063" indent="-179388" algn="l" rtl="0" eaLnBrk="1" fontAlgn="base" hangingPunct="1">
        <a:lnSpc>
          <a:spcPct val="110000"/>
        </a:lnSpc>
        <a:spcBef>
          <a:spcPct val="90000"/>
        </a:spcBef>
        <a:spcAft>
          <a:spcPct val="0"/>
        </a:spcAft>
        <a:buClr>
          <a:srgbClr val="0088FF"/>
        </a:buClr>
        <a:buFont typeface="Wingdings" pitchFamily="2" charset="2"/>
        <a:buChar char="n"/>
        <a:defRPr sz="1600">
          <a:solidFill>
            <a:srgbClr val="000000"/>
          </a:solidFill>
          <a:latin typeface="+mn-lt"/>
        </a:defRPr>
      </a:lvl8pPr>
      <a:lvl9pPr marL="3624263" indent="-179388" algn="l" rtl="0" eaLnBrk="1" fontAlgn="base" hangingPunct="1">
        <a:lnSpc>
          <a:spcPct val="110000"/>
        </a:lnSpc>
        <a:spcBef>
          <a:spcPct val="90000"/>
        </a:spcBef>
        <a:spcAft>
          <a:spcPct val="0"/>
        </a:spcAft>
        <a:buClr>
          <a:srgbClr val="0088FF"/>
        </a:buClr>
        <a:buFont typeface="Wingdings" pitchFamily="2" charset="2"/>
        <a:buChar char="n"/>
        <a:defRPr sz="1600">
          <a:solidFill>
            <a:srgbClr val="000000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11" userDrawn="1">
          <p15:clr>
            <a:srgbClr val="F26B43"/>
          </p15:clr>
        </p15:guide>
        <p15:guide id="3" orient="horz" pos="3838" userDrawn="1">
          <p15:clr>
            <a:srgbClr val="F26B43"/>
          </p15:clr>
        </p15:guide>
        <p15:guide id="4" pos="7469" userDrawn="1">
          <p15:clr>
            <a:srgbClr val="F26B43"/>
          </p15:clr>
        </p15:guide>
        <p15:guide id="5" pos="6306" userDrawn="1">
          <p15:clr>
            <a:srgbClr val="F26B43"/>
          </p15:clr>
        </p15:guide>
        <p15:guide id="6" orient="horz" pos="731" userDrawn="1">
          <p15:clr>
            <a:srgbClr val="F26B43"/>
          </p15:clr>
        </p15:guide>
        <p15:guide id="7" orient="horz" pos="395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dropbox.com/scl/fi/s804to4dmrvgm4xwr5l3e/RSLogix5000_V35.xsd?rlkey=c236opuvsh6ullwfw0auc68h1&amp;e=3&amp;dl=0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microsoft.com/office/2018/10/relationships/comments" Target="../comments/modernComment_7FF64E2C_E0829901.xml"/><Relationship Id="rId1" Type="http://schemas.openxmlformats.org/officeDocument/2006/relationships/slideLayout" Target="../slideLayouts/slideLayout33.xml"/><Relationship Id="rId6" Type="http://schemas.openxmlformats.org/officeDocument/2006/relationships/chart" Target="../charts/chart4.xml"/><Relationship Id="rId5" Type="http://schemas.openxmlformats.org/officeDocument/2006/relationships/chart" Target="../charts/chart3.xml"/><Relationship Id="rId4" Type="http://schemas.openxmlformats.org/officeDocument/2006/relationships/chart" Target="../charts/char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gif"/><Relationship Id="rId1" Type="http://schemas.openxmlformats.org/officeDocument/2006/relationships/slideLayout" Target="../slideLayouts/slideLayout21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hyperlink" Target="https://learn.microsoft.com/en-us/dotnet/core/testing/unit-testing-mstest-intro" TargetMode="External"/><Relationship Id="rId3" Type="http://schemas.openxmlformats.org/officeDocument/2006/relationships/hyperlink" Target="https://literature.rockwellautomation.com/idc/groups/literature/documents/pm/1756-pm019_-en-p.pdf" TargetMode="External"/><Relationship Id="rId7" Type="http://schemas.openxmlformats.org/officeDocument/2006/relationships/hyperlink" Target="https://github.com/FlaUI/FlaUI" TargetMode="External"/><Relationship Id="rId2" Type="http://schemas.openxmlformats.org/officeDocument/2006/relationships/hyperlink" Target="https://www.dropbox.com/scl/fi/s804to4dmrvgm4xwr5l3e/RSLogix5000_V35.xsd?rlkey=c236opuvsh6ullwfw0auc68h1&amp;e=3&amp;dl=0" TargetMode="Externa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github.com/devlooped/moq" TargetMode="External"/><Relationship Id="rId5" Type="http://schemas.openxmlformats.org/officeDocument/2006/relationships/hyperlink" Target="https://learn.microsoft.com/en-us/dotnet/api/system.xml.linq?view=net-9.0" TargetMode="External"/><Relationship Id="rId4" Type="http://schemas.openxmlformats.org/officeDocument/2006/relationships/hyperlink" Target="https://literature.rockwellautomation.com/idc/groups/literature/documents/rm/1756-rm014_-en-p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gTitleImage">
            <a:extLst>
              <a:ext uri="{FF2B5EF4-FFF2-40B4-BE49-F238E27FC236}">
                <a16:creationId xmlns:a16="http://schemas.microsoft.com/office/drawing/2014/main" id="{C3B7D229-3ECF-4709-9625-F30A610A6E9F}"/>
              </a:ext>
            </a:extLst>
          </p:cNvPr>
          <p:cNvPicPr>
            <a:picLocks noGrp="1"/>
          </p:cNvPicPr>
          <p:nvPr>
            <p:ph type="pic" sz="quarter" idx="13"/>
            <p:custDataLst>
              <p:tags r:id="rId1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0" r="440"/>
          <a:stretch>
            <a:fillRect/>
          </a:stretch>
        </p:blipFill>
        <p:spPr/>
      </p:pic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7A4BD512-8888-3571-BBB4-2135E5ACD2A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4962" y="3215568"/>
            <a:ext cx="11857036" cy="305823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F16AD88-F4D7-9658-2A23-27726B328B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8964" y="3742482"/>
            <a:ext cx="9351811" cy="1431013"/>
          </a:xfrm>
        </p:spPr>
        <p:txBody>
          <a:bodyPr wrap="square" anchor="b">
            <a:normAutofit/>
          </a:bodyPr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05DBE8C5-106F-9E45-96DE-92C740078C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8963" y="5361113"/>
            <a:ext cx="9351812" cy="563036"/>
          </a:xfrm>
        </p:spPr>
        <p:txBody>
          <a:bodyPr wrap="square" anchor="t">
            <a:normAutofit/>
          </a:bodyPr>
          <a:lstStyle/>
          <a:p>
            <a:pPr>
              <a:lnSpc>
                <a:spcPct val="96000"/>
              </a:lnSpc>
              <a:spcAft>
                <a:spcPts val="600"/>
              </a:spcAft>
            </a:pPr>
            <a:r>
              <a:rPr lang="en-US" sz="1900" dirty="0"/>
              <a:t>Creating an alternative tool for generating L5X files for use in Rockwell Automation’s Studio 5000 Logix Designer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38DB09D-36CE-9628-7D8F-D096E3AA456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/>
              <a:t>Slide </a:t>
            </a:r>
            <a:fld id="{ADA42ED7-2460-4826-BCE9-C1C85A199F52}" type="slidenum">
              <a:rPr lang="en-US" smtClean="0"/>
              <a:t>1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72DE6B9-AA42-A010-C051-99ED8FAC21B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60413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C06C52-67BC-A4C8-3ED0-3636080E3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C7A2E-1427-5278-B512-F2A80C3191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620690"/>
            <a:ext cx="11522075" cy="360041"/>
          </a:xfrm>
        </p:spPr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9ABB78FB-6052-78C4-38A0-9B7AF58E9F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Project Goals</a:t>
            </a:r>
          </a:p>
          <a:p>
            <a:r>
              <a:rPr lang="en-US" dirty="0"/>
              <a:t>Implemented Features</a:t>
            </a:r>
          </a:p>
          <a:p>
            <a:r>
              <a:rPr lang="en-US" dirty="0"/>
              <a:t>Design timeline</a:t>
            </a:r>
          </a:p>
          <a:p>
            <a:r>
              <a:rPr lang="en-US" dirty="0"/>
              <a:t>Tools Used</a:t>
            </a:r>
          </a:p>
          <a:p>
            <a:r>
              <a:rPr lang="en-US" dirty="0"/>
              <a:t>System Design</a:t>
            </a:r>
          </a:p>
          <a:p>
            <a:r>
              <a:rPr lang="en-US" dirty="0"/>
              <a:t>Testing and Verification</a:t>
            </a:r>
          </a:p>
          <a:p>
            <a:r>
              <a:rPr lang="en-US" dirty="0"/>
              <a:t>Lessons Learned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344D59-887A-89DB-90DC-83D1F28483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4963" y="194736"/>
            <a:ext cx="9674225" cy="180000"/>
          </a:xfrm>
        </p:spPr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1AEB583-7C00-647F-EA4B-940732920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6ED4F0B8-A3B9-4B6F-BEC0-B0E78C1192A7}" type="slidenum">
              <a:rPr lang="en-US" smtClean="0"/>
              <a:t>2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F92DEA4-6CF8-8F90-FC4B-A9A798E29D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07519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37666-7C19-635B-616A-B69C9D688B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620690"/>
            <a:ext cx="11522075" cy="360041"/>
          </a:xfrm>
        </p:spPr>
        <p:txBody>
          <a:bodyPr/>
          <a:lstStyle/>
          <a:p>
            <a:r>
              <a:rPr lang="en-US" dirty="0"/>
              <a:t>Project Goals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50705606-BEFC-7BD3-6686-7F86A4FF0F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goal of this application was to create a tool that can function as a </a:t>
            </a:r>
            <a:r>
              <a:rPr lang="en-US" dirty="0" err="1"/>
              <a:t>sidegrade</a:t>
            </a:r>
            <a:r>
              <a:rPr lang="en-US" dirty="0"/>
              <a:t> of Rockwell Automation’s Studio 5000 Logix Designer. It needed to address the following issues with the existing designer:</a:t>
            </a:r>
          </a:p>
          <a:p>
            <a:r>
              <a:rPr lang="en-US" dirty="0"/>
              <a:t>Designing controller code from scratch for each project in the designer could be tedious and repetitive</a:t>
            </a:r>
          </a:p>
          <a:p>
            <a:r>
              <a:rPr lang="en-US" dirty="0"/>
              <a:t>There was no simple way to generate large amounts of basic template code that would be frequently reused in a time-efficient manner</a:t>
            </a:r>
          </a:p>
          <a:p>
            <a:r>
              <a:rPr lang="en-US" dirty="0"/>
              <a:t>The existing designer was overly detail-oriented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0DA76B-BB63-A9BF-165B-E74B2985F44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4963" y="194736"/>
            <a:ext cx="9674225" cy="180000"/>
          </a:xfrm>
        </p:spPr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FA4B39-7169-D66F-6581-2C921C61A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0217EB87-4295-424C-A6F1-F245521C8698}" type="slidenum">
              <a:rPr lang="en-US" smtClean="0"/>
              <a:t>3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C3C20AC-5806-3680-AF5B-733BD52FD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pic>
        <p:nvPicPr>
          <p:cNvPr id="1028" name="Picture 4" descr="5 Tips for Getting Started in RSLogix 5000 | DMC, Inc.">
            <a:extLst>
              <a:ext uri="{FF2B5EF4-FFF2-40B4-BE49-F238E27FC236}">
                <a16:creationId xmlns:a16="http://schemas.microsoft.com/office/drawing/2014/main" id="{6C86E4AC-1B5D-4CB7-A176-9C365C540E2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922" b="19921"/>
          <a:stretch>
            <a:fillRect/>
          </a:stretch>
        </p:blipFill>
        <p:spPr bwMode="auto">
          <a:xfrm>
            <a:off x="9769601" y="2034348"/>
            <a:ext cx="2276475" cy="13694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ay6 Part3 Rockwell Studio 5000 training Complete Function Block diagram  FBD programming">
            <a:extLst>
              <a:ext uri="{FF2B5EF4-FFF2-40B4-BE49-F238E27FC236}">
                <a16:creationId xmlns:a16="http://schemas.microsoft.com/office/drawing/2014/main" id="{84E072FF-ABEC-64D2-234E-9A5158069A1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99"/>
          <a:stretch>
            <a:fillRect/>
          </a:stretch>
        </p:blipFill>
        <p:spPr bwMode="auto">
          <a:xfrm>
            <a:off x="7010400" y="3403826"/>
            <a:ext cx="5035676" cy="268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639642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66DE4-249B-FCA3-5A7F-05F163C98B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E6C66-1F62-7184-B675-F863420990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620690"/>
            <a:ext cx="11522075" cy="360041"/>
          </a:xfrm>
        </p:spPr>
        <p:txBody>
          <a:bodyPr/>
          <a:lstStyle/>
          <a:p>
            <a:r>
              <a:rPr lang="en-US" dirty="0"/>
              <a:t>Design Timeline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4B3CDBD9-BD4E-E7E3-A1E9-2D692BAA17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Term 1:</a:t>
            </a:r>
          </a:p>
          <a:p>
            <a:pPr lvl="1"/>
            <a:r>
              <a:rPr lang="en-US" dirty="0"/>
              <a:t>Investigation into applicable tools and resources</a:t>
            </a:r>
          </a:p>
          <a:p>
            <a:pPr lvl="1"/>
            <a:r>
              <a:rPr lang="en-US" dirty="0"/>
              <a:t>Feature outline and requirements development</a:t>
            </a:r>
          </a:p>
          <a:p>
            <a:pPr lvl="1"/>
            <a:r>
              <a:rPr lang="en-US" dirty="0"/>
              <a:t>Application development</a:t>
            </a:r>
          </a:p>
          <a:p>
            <a:r>
              <a:rPr lang="en-US" dirty="0"/>
              <a:t>Term 2:</a:t>
            </a:r>
          </a:p>
          <a:p>
            <a:pPr lvl="1"/>
            <a:r>
              <a:rPr lang="en-US" dirty="0"/>
              <a:t>Documentation</a:t>
            </a:r>
          </a:p>
          <a:p>
            <a:pPr lvl="1"/>
            <a:r>
              <a:rPr lang="en-US" dirty="0"/>
              <a:t>Testing and verification</a:t>
            </a:r>
          </a:p>
          <a:p>
            <a:pPr lvl="1"/>
            <a:r>
              <a:rPr lang="en-US" dirty="0"/>
              <a:t>Application cleanup</a:t>
            </a:r>
          </a:p>
          <a:p>
            <a:pPr lvl="1"/>
            <a:r>
              <a:rPr lang="en-US" dirty="0"/>
              <a:t>Final reporting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ECF90B-3B05-898A-22FC-076CFE1CCF5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4963" y="194736"/>
            <a:ext cx="9674225" cy="180000"/>
          </a:xfrm>
        </p:spPr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F1CFC65-37C8-4089-27E5-F2837CEC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56BA209A-2E05-4EC7-ADAC-6B751F7D63D1}" type="slidenum">
              <a:rPr lang="en-US" smtClean="0"/>
              <a:t>4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73752C8-897A-58CF-1846-D12DCC149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9390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A5873-0A0A-14D5-9C6C-E6923A0FE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311E1-2F3C-706B-E772-4C7FF4CB0D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620690"/>
            <a:ext cx="11522075" cy="360041"/>
          </a:xfrm>
        </p:spPr>
        <p:txBody>
          <a:bodyPr/>
          <a:lstStyle/>
          <a:p>
            <a:r>
              <a:rPr lang="en-US" dirty="0"/>
              <a:t>Necessary Features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929D0112-3559-BA85-36ED-E2064B91FC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application will help augment development through implementation of the following features:</a:t>
            </a:r>
          </a:p>
          <a:p>
            <a:r>
              <a:rPr lang="en-US" dirty="0"/>
              <a:t>Create new objects from a default template</a:t>
            </a:r>
          </a:p>
          <a:p>
            <a:r>
              <a:rPr lang="en-US" dirty="0"/>
              <a:t>Import objects from other files</a:t>
            </a:r>
          </a:p>
          <a:p>
            <a:r>
              <a:rPr lang="en-US" dirty="0"/>
              <a:t>Modify existing objects in the file</a:t>
            </a:r>
          </a:p>
          <a:p>
            <a:r>
              <a:rPr lang="en-US" dirty="0"/>
              <a:t>Delete existing objects in the file</a:t>
            </a:r>
          </a:p>
          <a:p>
            <a:r>
              <a:rPr lang="en-US" dirty="0"/>
              <a:t>Load existing files</a:t>
            </a:r>
          </a:p>
          <a:p>
            <a:r>
              <a:rPr lang="en-US" dirty="0"/>
              <a:t>Save file as .L5X</a:t>
            </a:r>
          </a:p>
          <a:p>
            <a:r>
              <a:rPr lang="en-US" dirty="0"/>
              <a:t>Library of files for the user to select from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CF4611-BDC5-30DA-B81B-069E70C72C5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4963" y="194736"/>
            <a:ext cx="9674225" cy="180000"/>
          </a:xfrm>
        </p:spPr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910D28F-D0D7-89C9-84EE-6BB86615E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9509DEC0-B203-4E7F-B1E2-3D38B394EC90}" type="slidenum">
              <a:rPr lang="en-US" smtClean="0"/>
              <a:t>5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289AD5A-D9B8-0DD6-9BCC-CA23CBE7B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6413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380D4-886C-1DFA-176E-FCE5F49F1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5CF5C-CDCF-A0BC-C8E2-1BBB061429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620690"/>
            <a:ext cx="11522075" cy="360041"/>
          </a:xfrm>
        </p:spPr>
        <p:txBody>
          <a:bodyPr/>
          <a:lstStyle/>
          <a:p>
            <a:r>
              <a:rPr lang="en-US" dirty="0"/>
              <a:t>Application Tools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ED6C0032-109D-5E6D-74D4-9A87B9B556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Application Overview</a:t>
            </a:r>
          </a:p>
          <a:p>
            <a:r>
              <a:rPr lang="en-US" dirty="0"/>
              <a:t>Developed as a WinForms application</a:t>
            </a:r>
          </a:p>
          <a:p>
            <a:r>
              <a:rPr lang="en-US" dirty="0"/>
              <a:t>Utilized an event‑driven architecture to pass control between Forms</a:t>
            </a:r>
          </a:p>
          <a:p>
            <a:pPr marL="0" indent="0">
              <a:buNone/>
            </a:pPr>
            <a:r>
              <a:rPr lang="en-US" dirty="0"/>
              <a:t>Form Interaction</a:t>
            </a:r>
          </a:p>
          <a:p>
            <a:r>
              <a:rPr lang="en-US" dirty="0"/>
              <a:t>Multiple Forms collected user responses</a:t>
            </a:r>
          </a:p>
          <a:p>
            <a:r>
              <a:rPr lang="en-US" dirty="0"/>
              <a:t>Each Form returned data back to the main workflow</a:t>
            </a:r>
          </a:p>
          <a:p>
            <a:r>
              <a:rPr lang="en-US" dirty="0"/>
              <a:t>Control flowed dynamically based on user interaction</a:t>
            </a:r>
          </a:p>
          <a:p>
            <a:pPr marL="0" indent="0">
              <a:buNone/>
            </a:pPr>
            <a:r>
              <a:rPr lang="en-US" dirty="0"/>
              <a:t>Logic &amp; Data Handling</a:t>
            </a:r>
          </a:p>
          <a:p>
            <a:r>
              <a:rPr lang="en-US" dirty="0"/>
              <a:t>Business logic implemented using LINQ (Language Integrated Query)</a:t>
            </a:r>
          </a:p>
          <a:p>
            <a:r>
              <a:rPr lang="en-US" dirty="0"/>
              <a:t>Utilizes an XML schema file(</a:t>
            </a:r>
            <a:r>
              <a:rPr lang="en-US" dirty="0">
                <a:hlinkClick r:id="rId2"/>
              </a:rPr>
              <a:t>RSLogix5000_V35.xsd</a:t>
            </a:r>
            <a:r>
              <a:rPr lang="en-US" dirty="0"/>
              <a:t>) developed by Jeremy Medders on </a:t>
            </a:r>
            <a:r>
              <a:rPr lang="en-US" dirty="0" err="1"/>
              <a:t>dropbox</a:t>
            </a:r>
            <a:endParaRPr lang="en-US" dirty="0"/>
          </a:p>
          <a:p>
            <a:r>
              <a:rPr lang="en-US" dirty="0"/>
              <a:t>Streamlined the creation of a master XML file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8B544-2681-30E6-8B20-0056C34F98F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4963" y="194736"/>
            <a:ext cx="9674225" cy="180000"/>
          </a:xfrm>
        </p:spPr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D82EE9C-01DF-A433-52D1-9D3FCC753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5E6E4DAA-47C7-43C2-BAFF-9E29DC30B4C8}" type="slidenum">
              <a:rPr lang="en-US" smtClean="0"/>
              <a:t>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41E2081A-0760-CE8A-1306-0ACE11531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9849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C7F66-5EAF-7CD6-5507-37789ADF8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15E467-E348-D3A8-4D11-C2CBEDF12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620690"/>
            <a:ext cx="7018337" cy="360041"/>
          </a:xfrm>
        </p:spPr>
        <p:txBody>
          <a:bodyPr/>
          <a:lstStyle/>
          <a:p>
            <a:r>
              <a:rPr lang="en-US" dirty="0"/>
              <a:t>GUI Displays Flowchart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17EBB6-D6BF-B489-80A4-08333792E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6DEF74-2F72-3CD0-58A5-4EF19B8A9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C6F8E2D1-BFA0-484A-B7F1-E348F2594759}" type="slidenum">
              <a:rPr lang="en-US" smtClean="0"/>
              <a:t>7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A91728-2710-BB92-A4D9-A62940118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pic>
        <p:nvPicPr>
          <p:cNvPr id="15" name="Picture 14" descr="A Flow chart displaying all windows in the application and how they lead to one another">
            <a:extLst>
              <a:ext uri="{FF2B5EF4-FFF2-40B4-BE49-F238E27FC236}">
                <a16:creationId xmlns:a16="http://schemas.microsoft.com/office/drawing/2014/main" id="{6244959B-B329-3457-CDC8-8A5F7BF28B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4479" y="580443"/>
            <a:ext cx="9992558" cy="5656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1683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41E45-B413-0AAD-097D-05F3401E80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62" name="Picture 8361">
            <a:extLst>
              <a:ext uri="{FF2B5EF4-FFF2-40B4-BE49-F238E27FC236}">
                <a16:creationId xmlns:a16="http://schemas.microsoft.com/office/drawing/2014/main" id="{5B32580E-8B7E-FCBF-145C-131D2AA75C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7786" y="1160462"/>
            <a:ext cx="6816427" cy="5113337"/>
          </a:xfrm>
          <a:prstGeom prst="rect">
            <a:avLst/>
          </a:prstGeom>
          <a:noFill/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7D5AC9-EA29-86A4-7EF8-4DF941130DC8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4086351" y="6469380"/>
            <a:ext cx="1130300" cy="180000"/>
          </a:xfrm>
        </p:spPr>
        <p:txBody>
          <a:bodyPr wrap="none"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/>
              <a:t>Corbin Ferguson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83879C-95E5-7299-C98A-2B7D0B63F80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633051" y="6469380"/>
            <a:ext cx="571500" cy="180000"/>
          </a:xfrm>
        </p:spPr>
        <p:txBody>
          <a:bodyPr wrap="none"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/>
              <a:t>Slide </a:t>
            </a:r>
            <a:fld id="{C6F8E2D1-BFA0-484A-B7F1-E348F2594759}" type="slidenum">
              <a:rPr lang="en-US" smtClean="0"/>
              <a:pPr>
                <a:lnSpc>
                  <a:spcPct val="90000"/>
                </a:lnSpc>
                <a:spcAft>
                  <a:spcPts val="600"/>
                </a:spcAft>
              </a:pPr>
              <a:t>8</a:t>
            </a:fld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1C84BC-19BE-D2D3-DB6B-179BB01EE861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334963" y="194736"/>
            <a:ext cx="9674225" cy="180000"/>
          </a:xfrm>
        </p:spPr>
        <p:txBody>
          <a:bodyPr wrap="none"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/>
              <a:t>L5X Automation Build Tool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BCF97A-6A5E-DA70-0A21-4FF0D5A9B2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620690"/>
            <a:ext cx="11522075" cy="360041"/>
          </a:xfrm>
        </p:spPr>
        <p:txBody>
          <a:bodyPr wrap="none" anchor="t">
            <a:normAutofit/>
          </a:bodyPr>
          <a:lstStyle/>
          <a:p>
            <a:r>
              <a:rPr lang="en-US" dirty="0"/>
              <a:t>Class Diagram</a:t>
            </a:r>
          </a:p>
        </p:txBody>
      </p:sp>
    </p:spTree>
    <p:extLst>
      <p:ext uri="{BB962C8B-B14F-4D97-AF65-F5344CB8AC3E}">
        <p14:creationId xmlns:p14="http://schemas.microsoft.com/office/powerpoint/2010/main" val="20776145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1D0FB-813C-A1A9-95BF-F0A18A2C1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889D74E-A641-8FCA-9F55-93231CDB54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6290" y="1160462"/>
            <a:ext cx="9839419" cy="5113337"/>
          </a:xfrm>
          <a:prstGeom prst="rect">
            <a:avLst/>
          </a:prstGeom>
          <a:noFill/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1C973FB-1860-D33D-FFB0-E373255B132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4086351" y="6469380"/>
            <a:ext cx="1130300" cy="180000"/>
          </a:xfrm>
        </p:spPr>
        <p:txBody>
          <a:bodyPr wrap="none"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/>
              <a:t>Corbin Ferguson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861633-550D-9192-7E16-88623F1FDD40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633051" y="6469380"/>
            <a:ext cx="571500" cy="180000"/>
          </a:xfrm>
        </p:spPr>
        <p:txBody>
          <a:bodyPr wrap="none"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/>
              <a:t>Slide </a:t>
            </a:r>
            <a:fld id="{C6F8E2D1-BFA0-484A-B7F1-E348F2594759}" type="slidenum">
              <a:rPr lang="en-US" smtClean="0"/>
              <a:pPr>
                <a:lnSpc>
                  <a:spcPct val="90000"/>
                </a:lnSpc>
                <a:spcAft>
                  <a:spcPts val="600"/>
                </a:spcAft>
              </a:pPr>
              <a:t>9</a:t>
            </a:fld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0DCAB8-9A4F-6068-74B2-D5C8356B650C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334963" y="194736"/>
            <a:ext cx="9674225" cy="180000"/>
          </a:xfrm>
        </p:spPr>
        <p:txBody>
          <a:bodyPr wrap="none"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/>
              <a:t>L5X Automation Build Tool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BCB58C-1369-EDD7-5D5E-7C1E1415DB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620690"/>
            <a:ext cx="11522075" cy="360041"/>
          </a:xfrm>
        </p:spPr>
        <p:txBody>
          <a:bodyPr wrap="none" anchor="t">
            <a:normAutofit/>
          </a:bodyPr>
          <a:lstStyle/>
          <a:p>
            <a:r>
              <a:rPr lang="en-US" dirty="0"/>
              <a:t>Class Diagram Cont.</a:t>
            </a:r>
          </a:p>
        </p:txBody>
      </p:sp>
    </p:spTree>
    <p:extLst>
      <p:ext uri="{BB962C8B-B14F-4D97-AF65-F5344CB8AC3E}">
        <p14:creationId xmlns:p14="http://schemas.microsoft.com/office/powerpoint/2010/main" val="16929188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38A11-EECC-9BC6-7865-435054160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8B76F-2AF4-F180-30B2-B28BCC59D0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620690"/>
            <a:ext cx="5903913" cy="360041"/>
          </a:xfrm>
        </p:spPr>
        <p:txBody>
          <a:bodyPr/>
          <a:lstStyle/>
          <a:p>
            <a:r>
              <a:rPr lang="en-US" dirty="0"/>
              <a:t>New Elements Sequences Charts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01F89D-9B16-8125-D461-9AF251E3A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AF9346-2F50-F0FB-C237-28D282CCC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78C39363-BD0C-4CE6-8DE9-7D78215F2B9F}" type="slidenum">
              <a:rPr lang="en-US" smtClean="0"/>
              <a:t>10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EB94696-3F28-AFA0-7505-55910BF18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72CA8AB4-E276-87CC-8117-E47CD1C460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8876" y="89360"/>
            <a:ext cx="5867400" cy="61161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0AE53FD7-985C-4CAE-5485-DA0AC6FB44D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667"/>
          <a:stretch>
            <a:fillRect/>
          </a:stretch>
        </p:blipFill>
        <p:spPr bwMode="auto">
          <a:xfrm>
            <a:off x="82103" y="1129116"/>
            <a:ext cx="6156773" cy="47342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506971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9DF529-63FE-ADF8-53ED-6BE7FB507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C76E2-5D10-E119-28DF-87EA106239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620690"/>
            <a:ext cx="7018337" cy="360041"/>
          </a:xfrm>
        </p:spPr>
        <p:txBody>
          <a:bodyPr/>
          <a:lstStyle/>
          <a:p>
            <a:r>
              <a:rPr lang="en-US" dirty="0"/>
              <a:t>Element Editing Sequences Charts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04ED2-D7AC-3763-1039-630C099F3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5C2B7C-90AB-FD77-3161-D36541546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599786A8-973E-49A8-9C43-0BE71F98A081}" type="slidenum">
              <a:rPr lang="en-US" smtClean="0"/>
              <a:t>11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2F6AD5B-E994-0A83-78C8-94E2F6F390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pic>
        <p:nvPicPr>
          <p:cNvPr id="4100" name="Picture 4">
            <a:extLst>
              <a:ext uri="{FF2B5EF4-FFF2-40B4-BE49-F238E27FC236}">
                <a16:creationId xmlns:a16="http://schemas.microsoft.com/office/drawing/2014/main" id="{BB53261F-4A38-01BF-14A0-AC05F49186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60591" y="194736"/>
            <a:ext cx="6482994" cy="57202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>
            <a:extLst>
              <a:ext uri="{FF2B5EF4-FFF2-40B4-BE49-F238E27FC236}">
                <a16:creationId xmlns:a16="http://schemas.microsoft.com/office/drawing/2014/main" id="{1369CFC5-7E6D-03BD-C62A-74FBF0D2D6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416" y="1482391"/>
            <a:ext cx="5677702" cy="37277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386926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625B0-1796-38B2-E698-3B34B20C9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1FC85-1B07-44D2-FDE2-EF7086F579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620690"/>
            <a:ext cx="5227637" cy="360041"/>
          </a:xfrm>
        </p:spPr>
        <p:txBody>
          <a:bodyPr/>
          <a:lstStyle/>
          <a:p>
            <a:r>
              <a:rPr lang="en-US" dirty="0"/>
              <a:t>File Management Sequences Charts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B5A5A9-9FDA-C1A8-1065-A63A10A54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C1CD43-8250-6B96-E75B-3EB27A7B3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DEE51C30-41E2-4709-97ED-40F16AE6C836}" type="slidenum">
              <a:rPr lang="en-US" smtClean="0"/>
              <a:t>12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1AD08B-0B64-BF87-BC8F-D31074D3F4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DC466C96-0AB2-BB88-7FF7-FDB1E79771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4962" y="3657600"/>
            <a:ext cx="4882802" cy="1885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2FBC38D1-F10C-60BD-0423-A276CE6B9F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16650" y="1274310"/>
            <a:ext cx="5703591" cy="215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8" name="Picture 8">
            <a:extLst>
              <a:ext uri="{FF2B5EF4-FFF2-40B4-BE49-F238E27FC236}">
                <a16:creationId xmlns:a16="http://schemas.microsoft.com/office/drawing/2014/main" id="{0B2E5208-67CE-83DA-8360-9F0600144B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16650" y="3429000"/>
            <a:ext cx="5704579" cy="2276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30" name="Picture 10">
            <a:extLst>
              <a:ext uri="{FF2B5EF4-FFF2-40B4-BE49-F238E27FC236}">
                <a16:creationId xmlns:a16="http://schemas.microsoft.com/office/drawing/2014/main" id="{B65222FB-CA7D-3194-4E01-2EC0ADCE66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4962" y="1445743"/>
            <a:ext cx="4880502" cy="215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24580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D3E07-841D-0CCD-502B-0FE388BB7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399E63B-65A1-3030-DC23-CA1AF7150CCF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4A93D2-C404-5313-F354-72800B3D775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en-US"/>
              <a:t>Slide </a:t>
            </a:r>
            <a:fld id="{32B897BE-5B46-4D7A-8E5C-716C3CDA6A39}" type="slidenum">
              <a:rPr lang="en-US" smtClean="0"/>
              <a:t>13</a:t>
            </a:fld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F6E7F2-C333-13E7-6A23-E317DC8149B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Live Demo!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A6CDB0-B34B-8995-0E8B-C319A922B5B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620713"/>
            <a:ext cx="5227638" cy="360362"/>
          </a:xfrm>
        </p:spPr>
        <p:txBody>
          <a:bodyPr/>
          <a:lstStyle/>
          <a:p>
            <a:r>
              <a:rPr lang="en-US" dirty="0"/>
              <a:t>Application Demo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FBEF8-5E91-2668-D8BE-7A069006F3AD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0" y="195263"/>
            <a:ext cx="9674225" cy="179387"/>
          </a:xfrm>
        </p:spPr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3303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6D9B0-5B21-4CD0-D2A0-F8AC0DEF7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F6F43D-AFFC-E605-7E56-71EB15598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620690"/>
            <a:ext cx="11522075" cy="360041"/>
          </a:xfrm>
        </p:spPr>
        <p:txBody>
          <a:bodyPr/>
          <a:lstStyle/>
          <a:p>
            <a:r>
              <a:rPr lang="en-US" dirty="0"/>
              <a:t>Test Structure &amp; Tools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EC16664-E325-8471-1AD8-B488025297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tests are written in C# utilizing </a:t>
            </a:r>
            <a:r>
              <a:rPr lang="en-US" dirty="0" err="1"/>
              <a:t>MSTest</a:t>
            </a:r>
            <a:r>
              <a:rPr lang="en-US" dirty="0"/>
              <a:t>, and are split into 3 different namespaces:</a:t>
            </a:r>
          </a:p>
          <a:p>
            <a:r>
              <a:rPr lang="en-US" dirty="0" err="1"/>
              <a:t>ExecuteTests</a:t>
            </a:r>
            <a:endParaRPr lang="en-US" dirty="0"/>
          </a:p>
          <a:p>
            <a:pPr lvl="1"/>
            <a:r>
              <a:rPr lang="en-US" dirty="0"/>
              <a:t>Testing functionality for the core element handling sequences</a:t>
            </a:r>
          </a:p>
          <a:p>
            <a:pPr lvl="1"/>
            <a:r>
              <a:rPr lang="en-US" dirty="0"/>
              <a:t>Utilizes MOQ to bypass UI functionality</a:t>
            </a:r>
          </a:p>
          <a:p>
            <a:r>
              <a:rPr lang="en-US" dirty="0" err="1"/>
              <a:t>XMLHandlerTests</a:t>
            </a:r>
            <a:endParaRPr lang="en-US" dirty="0"/>
          </a:p>
          <a:p>
            <a:pPr lvl="1"/>
            <a:r>
              <a:rPr lang="en-US" dirty="0"/>
              <a:t>Testing backend supporting helper functions</a:t>
            </a:r>
          </a:p>
          <a:p>
            <a:pPr lvl="1"/>
            <a:r>
              <a:rPr lang="en-US" dirty="0"/>
              <a:t>Verifying backend logic</a:t>
            </a:r>
          </a:p>
          <a:p>
            <a:pPr lvl="1"/>
            <a:r>
              <a:rPr lang="en-US" dirty="0"/>
              <a:t>Utilizes MOQ to bypass UI functionality</a:t>
            </a:r>
          </a:p>
          <a:p>
            <a:r>
              <a:rPr lang="en-US" dirty="0" err="1"/>
              <a:t>GuiTesting</a:t>
            </a:r>
            <a:endParaRPr lang="en-US" dirty="0"/>
          </a:p>
          <a:p>
            <a:pPr lvl="1"/>
            <a:r>
              <a:rPr lang="en-US" dirty="0"/>
              <a:t>Verifying the window sequence chart</a:t>
            </a:r>
          </a:p>
          <a:p>
            <a:pPr lvl="1"/>
            <a:r>
              <a:rPr lang="en-US" dirty="0"/>
              <a:t>Utilizes FLAUI to automate </a:t>
            </a:r>
            <a:r>
              <a:rPr lang="en-US" dirty="0" err="1"/>
              <a:t>gui</a:t>
            </a:r>
            <a:r>
              <a:rPr lang="en-US" dirty="0"/>
              <a:t> window testing</a:t>
            </a:r>
          </a:p>
          <a:p>
            <a:pPr lvl="1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DB054-09EC-A394-7273-8D1D2E86AF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4963" y="194736"/>
            <a:ext cx="9674225" cy="180000"/>
          </a:xfrm>
        </p:spPr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7ECA1D4-8F7A-C753-8672-BD5EB1593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5BFF8BEA-C7AD-416A-8E1B-AC59D078A379}" type="slidenum">
              <a:rPr lang="en-US" smtClean="0"/>
              <a:t>14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22FD224-F0F7-F993-25A4-D048F7216E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72457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hart Placeholder 7">
            <a:extLst>
              <a:ext uri="{FF2B5EF4-FFF2-40B4-BE49-F238E27FC236}">
                <a16:creationId xmlns:a16="http://schemas.microsoft.com/office/drawing/2014/main" id="{A92DD050-2F4D-53AA-B5A1-03132F4C857B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125412" y="1226685"/>
            <a:ext cx="9674225" cy="4740187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69166F1D-356D-D430-8690-D44E331BF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Results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46AFA48-EFB6-F88C-7B8D-881F87D602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06400F-0838-F216-1DBB-D4152119A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358A1964-41C6-43E7-8879-EF27F633EDD1}" type="slidenum">
              <a:rPr lang="en-US" smtClean="0"/>
              <a:t>15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8D6E66F-E242-71AD-8EBC-F768E9376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00000000-0008-0000-0000-000002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79905586"/>
              </p:ext>
            </p:extLst>
          </p:nvPr>
        </p:nvGraphicFramePr>
        <p:xfrm>
          <a:off x="125413" y="1226684"/>
          <a:ext cx="8047037" cy="474018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>
            <a:extLst>
              <a:ext uri="{FF2B5EF4-FFF2-40B4-BE49-F238E27FC236}">
                <a16:creationId xmlns:a16="http://schemas.microsoft.com/office/drawing/2014/main" id="{00000000-0008-0000-0000-000003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35647747"/>
              </p:ext>
            </p:extLst>
          </p:nvPr>
        </p:nvGraphicFramePr>
        <p:xfrm>
          <a:off x="8172450" y="1226683"/>
          <a:ext cx="3952407" cy="154509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4" name="Chart 13">
            <a:extLst>
              <a:ext uri="{FF2B5EF4-FFF2-40B4-BE49-F238E27FC236}">
                <a16:creationId xmlns:a16="http://schemas.microsoft.com/office/drawing/2014/main" id="{A2AF21A1-874A-01E1-B7E9-D274CA66864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18224105"/>
              </p:ext>
            </p:extLst>
          </p:nvPr>
        </p:nvGraphicFramePr>
        <p:xfrm>
          <a:off x="8172450" y="2771774"/>
          <a:ext cx="3952407" cy="15450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5" name="Chart 14">
            <a:extLst>
              <a:ext uri="{FF2B5EF4-FFF2-40B4-BE49-F238E27FC236}">
                <a16:creationId xmlns:a16="http://schemas.microsoft.com/office/drawing/2014/main" id="{33097FBC-2CBD-87D4-74AF-66102AD753A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51755774"/>
              </p:ext>
            </p:extLst>
          </p:nvPr>
        </p:nvGraphicFramePr>
        <p:xfrm>
          <a:off x="8172450" y="4316865"/>
          <a:ext cx="3952407" cy="16500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376665523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12D16D0-86CF-AF46-C7E4-9E991E80B9A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Start with clearly defined and detailed requirements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Segment out and abstract classes from the start, interfaces were very helpful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Devote more time to comparing tool options early on, rather than running with the first tool that works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Integrate documentation work throughout development, rather than separately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Develop tests alongside application, not after the fact(test-driven development leads to cleaner code and easier debugging)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Keep a constant line of communication open with the client(Matt) for better workflow in system design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91C6F5-1471-06B7-C32B-59BCD081953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B6A675-2BFE-99E9-F187-94EAE505286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5389D2-E47D-4909-7C5F-8A4D84C4821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/>
              <a:t>Slide </a:t>
            </a:r>
            <a:fld id="{B7F1FE61-F696-4BC2-948F-7278C8C6DBB9}" type="slidenum">
              <a:rPr lang="en-US" smtClean="0"/>
              <a:t>16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113C17-0C45-ADED-44EF-50665713E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Lessons Learned</a:t>
            </a:r>
          </a:p>
        </p:txBody>
      </p:sp>
    </p:spTree>
    <p:extLst>
      <p:ext uri="{BB962C8B-B14F-4D97-AF65-F5344CB8AC3E}">
        <p14:creationId xmlns:p14="http://schemas.microsoft.com/office/powerpoint/2010/main" val="7850375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F2CB5-4411-5F8F-ECAD-B97238332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0547ECE-F4D6-7E7B-B957-03EBA9BFAC1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Gained substantial experience in software design principles, test‑driven development practices, UML modeling, and project management techniques for single‑developer projects.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Application state OK but not shippable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Significant additional input and item‑level validation is required to ensure data integrity and make the tool viable for real‑world deployment.</a:t>
            </a:r>
          </a:p>
          <a:p>
            <a:pPr marL="703263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Still requires extensive manual corrections outside of the defined XML schema, reducing reliability and increasing error risk.</a:t>
            </a:r>
          </a:p>
          <a:p>
            <a:pPr marL="703263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Not all dependencies function like normal XML dependencies but are unique to L5X, meaning they cannot be included in the schema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4CEC92F-70B2-5955-59BA-71F8FCCF760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D4DDF0-37C4-840E-A856-383B023B322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A1F705-1454-F7D1-51D1-6A08783759F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/>
              <a:t>Slide </a:t>
            </a:r>
            <a:fld id="{B7F1FE61-F696-4BC2-948F-7278C8C6DBB9}" type="slidenum">
              <a:rPr lang="en-US" smtClean="0"/>
              <a:t>17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DC8B36-B78B-74FC-1B96-372E60B3C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10675355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76D799-83D0-D8E1-369F-8F93C173A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65AF43-050E-8DD3-2689-66CA57A259C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en-US"/>
              <a:t>Slide </a:t>
            </a:r>
            <a:fld id="{C20DA095-8283-4DCC-BA55-3B61E88C6181}" type="slidenum">
              <a:rPr lang="en-US" smtClean="0"/>
              <a:t>18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28BF34A-F012-FD85-5856-2DB1DF0DEF63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 dirty="0"/>
              <a:t>Corbin Ferguson</a:t>
            </a:r>
          </a:p>
        </p:txBody>
      </p:sp>
      <p:pic>
        <p:nvPicPr>
          <p:cNvPr id="6146" name="Picture 2" descr="Bugs Bunny Thats All Folks GIFs | Tenor">
            <a:extLst>
              <a:ext uri="{FF2B5EF4-FFF2-40B4-BE49-F238E27FC236}">
                <a16:creationId xmlns:a16="http://schemas.microsoft.com/office/drawing/2014/main" id="{A503B4BB-4E87-4997-50B8-4D3E91401B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6018" y="702468"/>
            <a:ext cx="7359964" cy="54530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6801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1480E-EC27-6782-E840-077677AC4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1007C77-2DF3-8DD9-8D8C-832A640C674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hlinkClick r:id="rId2"/>
              </a:rPr>
              <a:t>RSLogix5000_V35.xsd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hlinkClick r:id="rId3"/>
              </a:rPr>
              <a:t>https://literature.rockwellautomation.com/idc/groups/literature/documents/pm/1756-pm019_-en-p.pdf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hlinkClick r:id="rId4"/>
              </a:rPr>
              <a:t>https://literature.rockwellautomation.com/idc/groups/literature/documents/rm/1756-rm014_-en-p.pdf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 err="1">
                <a:hlinkClick r:id="rId5"/>
              </a:rPr>
              <a:t>System.Xml.Linq</a:t>
            </a:r>
            <a:r>
              <a:rPr lang="en-US" dirty="0">
                <a:hlinkClick r:id="rId5"/>
              </a:rPr>
              <a:t> Namespace | Microsoft Learn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 err="1">
                <a:hlinkClick r:id="rId6"/>
              </a:rPr>
              <a:t>devlooped</a:t>
            </a:r>
            <a:r>
              <a:rPr lang="en-US" dirty="0">
                <a:hlinkClick r:id="rId6"/>
              </a:rPr>
              <a:t>/</a:t>
            </a:r>
            <a:r>
              <a:rPr lang="en-US" dirty="0" err="1">
                <a:hlinkClick r:id="rId6"/>
              </a:rPr>
              <a:t>moq</a:t>
            </a:r>
            <a:r>
              <a:rPr lang="en-US" dirty="0">
                <a:hlinkClick r:id="rId6"/>
              </a:rPr>
              <a:t>: The most popular and friendly mocking framework for .NET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 err="1">
                <a:hlinkClick r:id="rId7"/>
              </a:rPr>
              <a:t>FlaUI</a:t>
            </a:r>
            <a:r>
              <a:rPr lang="en-US" dirty="0">
                <a:hlinkClick r:id="rId7"/>
              </a:rPr>
              <a:t>/</a:t>
            </a:r>
            <a:r>
              <a:rPr lang="en-US" dirty="0" err="1">
                <a:hlinkClick r:id="rId7"/>
              </a:rPr>
              <a:t>FlaUI</a:t>
            </a:r>
            <a:r>
              <a:rPr lang="en-US" dirty="0">
                <a:hlinkClick r:id="rId7"/>
              </a:rPr>
              <a:t>: UI automation library for </a:t>
            </a:r>
            <a:r>
              <a:rPr lang="en-US" dirty="0" err="1">
                <a:hlinkClick r:id="rId7"/>
              </a:rPr>
              <a:t>.Net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 err="1">
                <a:hlinkClick r:id="rId8"/>
              </a:rPr>
              <a:t>MSTest</a:t>
            </a:r>
            <a:r>
              <a:rPr lang="en-US" dirty="0">
                <a:hlinkClick r:id="rId8"/>
              </a:rPr>
              <a:t> overview - .NET | Microsoft Learn</a:t>
            </a:r>
            <a:endParaRPr lang="en-US" sz="200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289A25-DE32-EAA4-17EE-075AAEC9AFB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33C15C-D89A-56B7-E112-A72F740A71B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6F4642-FAF3-185E-7CBC-239DE9E56FB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/>
              <a:t>Slide </a:t>
            </a:r>
            <a:fld id="{B7F1FE61-F696-4BC2-948F-7278C8C6DBB9}" type="slidenum">
              <a:rPr lang="en-US" smtClean="0"/>
              <a:t>19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490D66-69B9-FCB3-4EE3-71E22ADE6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Resources</a:t>
            </a:r>
          </a:p>
        </p:txBody>
      </p:sp>
    </p:spTree>
    <p:extLst>
      <p:ext uri="{BB962C8B-B14F-4D97-AF65-F5344CB8AC3E}">
        <p14:creationId xmlns:p14="http://schemas.microsoft.com/office/powerpoint/2010/main" val="186909821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OGOOPTIMIZATION" val="0"/>
  <p:tag name="PRESENTATIONFORMAT" val="2"/>
  <p:tag name="VERSINFO" val="EH1301"/>
  <p:tag name="LANGUAGE" val="1"/>
  <p:tag name="CLASSIFICATION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MAGEFILE" val="ndomTitleImages\Service_01.jpg"/>
  <p:tag name="SHAPETYPE" val="imgTitleImage"/>
</p:tagLst>
</file>

<file path=ppt/theme/theme1.xml><?xml version="1.0" encoding="utf-8"?>
<a:theme xmlns:a="http://schemas.openxmlformats.org/drawingml/2006/main" name="E+H_OnScreen">
  <a:themeElements>
    <a:clrScheme name="E+H">
      <a:dk1>
        <a:srgbClr val="000000"/>
      </a:dk1>
      <a:lt1>
        <a:srgbClr val="FFFFFF"/>
      </a:lt1>
      <a:dk2>
        <a:srgbClr val="506671"/>
      </a:dk2>
      <a:lt2>
        <a:srgbClr val="009EE3"/>
      </a:lt2>
      <a:accent1>
        <a:srgbClr val="AED3E7"/>
      </a:accent1>
      <a:accent2>
        <a:srgbClr val="007CAA"/>
      </a:accent2>
      <a:accent3>
        <a:srgbClr val="00597A"/>
      </a:accent3>
      <a:accent4>
        <a:srgbClr val="009EE3"/>
      </a:accent4>
      <a:accent5>
        <a:srgbClr val="7B0040"/>
      </a:accent5>
      <a:accent6>
        <a:srgbClr val="506671"/>
      </a:accent6>
      <a:hlink>
        <a:srgbClr val="009EE3"/>
      </a:hlink>
      <a:folHlink>
        <a:srgbClr val="8FA2AC"/>
      </a:folHlink>
    </a:clrScheme>
    <a:fontScheme name="E+H Serif">
      <a:majorFont>
        <a:latin typeface="E+H Serif"/>
        <a:ea typeface=""/>
        <a:cs typeface=""/>
      </a:majorFont>
      <a:minorFont>
        <a:latin typeface="E+H Serif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7CAA"/>
        </a:solidFill>
        <a:ln>
          <a:noFill/>
        </a:ln>
      </a:spPr>
      <a:bodyPr rtlCol="0" anchor="ctr"/>
      <a:lstStyle>
        <a:defPPr algn="ctr">
          <a:defRPr sz="2000" dirty="0" err="1" smtClean="0">
            <a:solidFill>
              <a:srgbClr val="FFFFFF"/>
            </a:solidFill>
            <a:latin typeface="E+H Sans" panose="020B0404050202020204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rgbClr val="007CAA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 algn="l">
          <a:defRPr sz="2000" dirty="0" err="1" smtClean="0">
            <a:latin typeface="E+H Serif" pitchFamily="18" charset="0"/>
          </a:defRPr>
        </a:defPPr>
      </a:lstStyle>
    </a:txDef>
  </a:objectDefaults>
  <a:extraClrSchemeLst>
    <a:extraClrScheme>
      <a:clrScheme name="Endress+Hauser">
        <a:dk1>
          <a:srgbClr val="000000"/>
        </a:dk1>
        <a:lt1>
          <a:srgbClr val="FFFFFF"/>
        </a:lt1>
        <a:dk2>
          <a:srgbClr val="506671"/>
        </a:dk2>
        <a:lt2>
          <a:srgbClr val="009EE3"/>
        </a:lt2>
        <a:accent1>
          <a:srgbClr val="AED3E7"/>
        </a:accent1>
        <a:accent2>
          <a:srgbClr val="007CAA"/>
        </a:accent2>
        <a:accent3>
          <a:srgbClr val="00597A"/>
        </a:accent3>
        <a:accent4>
          <a:srgbClr val="009EE3"/>
        </a:accent4>
        <a:accent5>
          <a:srgbClr val="7B0040"/>
        </a:accent5>
        <a:accent6>
          <a:srgbClr val="506671"/>
        </a:accent6>
        <a:hlink>
          <a:srgbClr val="009EE3"/>
        </a:hlink>
        <a:folHlink>
          <a:srgbClr val="8FA2AC"/>
        </a:folHlink>
      </a:clrScheme>
    </a:extraClrScheme>
  </a:extraClrSchemeLst>
  <a:extLst>
    <a:ext uri="{05A4C25C-085E-4340-85A3-A5531E510DB2}">
      <thm15:themeFamily xmlns:thm15="http://schemas.microsoft.com/office/thememl/2012/main" name="E+H_InitialSlideSet.potx" id="{DF54A69C-F914-4681-A195-F8A3284AFA9A}" vid="{3369E32C-92D1-4FDE-B296-649F141072C4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+H Serif">
      <a:majorFont>
        <a:latin typeface="E+H Serif"/>
        <a:ea typeface=""/>
        <a:cs typeface="E+H Serif"/>
      </a:majorFont>
      <a:minorFont>
        <a:latin typeface="E+H Serif"/>
        <a:ea typeface=""/>
        <a:cs typeface="E+H Serif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rtlCol="0" anchor="ctr"/>
      <a:lstStyle>
        <a:defPPr algn="ctr">
          <a:defRPr dirty="0">
            <a:latin typeface="E+H Serif" pitchFamily="18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>
          <a:defRPr dirty="0">
            <a:latin typeface="E+H Serif" pitchFamily="18" charset="0"/>
          </a:defRPr>
        </a:defPPr>
      </a:lstStyle>
    </a:tx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+H Serif">
      <a:majorFont>
        <a:latin typeface="E+H Serif"/>
        <a:ea typeface=""/>
        <a:cs typeface="E+H Serif"/>
      </a:majorFont>
      <a:minorFont>
        <a:latin typeface="E+H Serif"/>
        <a:ea typeface=""/>
        <a:cs typeface="E+H Serif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rtlCol="0" anchor="ctr"/>
      <a:lstStyle>
        <a:defPPr algn="ctr">
          <a:defRPr dirty="0">
            <a:latin typeface="E+H Serif" pitchFamily="18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>
          <a:defRPr dirty="0">
            <a:latin typeface="E+H Serif" pitchFamily="18" charset="0"/>
          </a:defRPr>
        </a:defPPr>
      </a:lstStyle>
    </a:tx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 xmlns="ff469461-7529-4054-b699-f189b0470135">JMTRRF7WE2PD-394290014-179107</_dlc_DocId>
    <_dlc_DocIdUrl xmlns="ff469461-7529-4054-b699-f189b0470135">
      <Url>https://endresshauser.sharepoint.com/teams/wg0002545/_layouts/15/DocIdRedir.aspx?ID=JMTRRF7WE2PD-394290014-179107</Url>
      <Description>JMTRRF7WE2PD-394290014-179107</Description>
    </_dlc_DocIdUrl>
    <lcf76f155ced4ddcb4097134ff3c332f xmlns="fd34c5d5-5d34-46ed-9bd0-fe73508393dd">
      <Terms xmlns="http://schemas.microsoft.com/office/infopath/2007/PartnerControls"/>
    </lcf76f155ced4ddcb4097134ff3c332f>
    <TaxKeywordTaxHTField xmlns="ff469461-7529-4054-b699-f189b0470135">
      <Terms xmlns="http://schemas.microsoft.com/office/infopath/2007/PartnerControls"/>
    </TaxKeywordTaxHTField>
    <TaxCatchAll xmlns="ff469461-7529-4054-b699-f189b047013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EDC6CC76FF9184F853A569783F97413" ma:contentTypeVersion="22" ma:contentTypeDescription="Create a new document." ma:contentTypeScope="" ma:versionID="fafba55adc5922abf3c9c892f4cb72c7">
  <xsd:schema xmlns:xsd="http://www.w3.org/2001/XMLSchema" xmlns:xs="http://www.w3.org/2001/XMLSchema" xmlns:p="http://schemas.microsoft.com/office/2006/metadata/properties" xmlns:ns2="ff469461-7529-4054-b699-f189b0470135" xmlns:ns3="fd34c5d5-5d34-46ed-9bd0-fe73508393dd" targetNamespace="http://schemas.microsoft.com/office/2006/metadata/properties" ma:root="true" ma:fieldsID="060795adfc307ec5b186d3bc1ba667bf" ns2:_="" ns3:_="">
    <xsd:import namespace="ff469461-7529-4054-b699-f189b0470135"/>
    <xsd:import namespace="fd34c5d5-5d34-46ed-9bd0-fe73508393dd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  <xsd:element ref="ns2:TaxKeywordTaxHTField" minOccurs="0"/>
                <xsd:element ref="ns2:TaxCatchAll" minOccurs="0"/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GenerationTime" minOccurs="0"/>
                <xsd:element ref="ns3:MediaServiceEventHashCode" minOccurs="0"/>
                <xsd:element ref="ns3:lcf76f155ced4ddcb4097134ff3c332f" minOccurs="0"/>
                <xsd:element ref="ns3:MediaServiceOCR" minOccurs="0"/>
                <xsd:element ref="ns3:MediaServiceDateTaken" minOccurs="0"/>
                <xsd:element ref="ns3:MediaLengthInSeconds" minOccurs="0"/>
                <xsd:element ref="ns3:MediaServiceLocation" minOccurs="0"/>
                <xsd:element ref="ns2:SharedWithUsers" minOccurs="0"/>
                <xsd:element ref="ns2:SharedWithDetails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f469461-7529-4054-b699-f189b0470135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Document ID Value" ma:description="The value of the document ID assigned to this item." ma:indexed="true" ma:internalName="_dlc_DocId" ma:readOnly="true">
      <xsd:simpleType>
        <xsd:restriction base="dms:Text"/>
      </xsd:simpleType>
    </xsd:element>
    <xsd:element name="_dlc_DocIdUrl" ma:index="9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  <xsd:element name="TaxKeywordTaxHTField" ma:index="12" nillable="true" ma:taxonomy="true" ma:internalName="TaxKeywordTaxHTField" ma:taxonomyFieldName="TaxKeyword" ma:displayName="Tags" ma:fieldId="{23f27201-bee3-471e-b2e7-b64fd8b7ca38}" ma:taxonomyMulti="true" ma:sspId="c6465ffd-3483-425a-9bf3-5cb225f4cc5f" ma:termSetId="00000000-0000-0000-0000-000000000000" ma:anchorId="00000000-0000-0000-0000-000000000000" ma:open="true" ma:isKeyword="true">
      <xsd:complexType>
        <xsd:sequence>
          <xsd:element ref="pc:Terms" minOccurs="0" maxOccurs="1"/>
        </xsd:sequence>
      </xsd:complexType>
    </xsd:element>
    <xsd:element name="TaxCatchAll" ma:index="13" nillable="true" ma:displayName="Taxonomy Catch All Column" ma:hidden="true" ma:list="{09649c06-1b9c-48a3-bb07-3f572e4e6146}" ma:internalName="TaxCatchAll" ma:showField="CatchAllData" ma:web="ff469461-7529-4054-b699-f189b047013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d34c5d5-5d34-46ed-9bd0-fe73508393d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4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5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c6465ffd-3483-425a-9bf3-5cb225f4cc5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23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24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5" nillable="true" ma:displayName="Location" ma:internalName="MediaServiceLocation" ma:readOnly="true">
      <xsd:simpleType>
        <xsd:restriction base="dms:Text"/>
      </xsd:simpleType>
    </xsd:element>
    <xsd:element name="MediaServiceObjectDetectorVersions" ma:index="28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DDCD54E-E6D4-44B7-9C63-36A87B0BC892}">
  <ds:schemaRefs>
    <ds:schemaRef ds:uri="http://schemas.microsoft.com/office/2006/metadata/properties"/>
    <ds:schemaRef ds:uri="http://schemas.microsoft.com/office/infopath/2007/PartnerControls"/>
    <ds:schemaRef ds:uri="ff469461-7529-4054-b699-f189b0470135"/>
    <ds:schemaRef ds:uri="fd34c5d5-5d34-46ed-9bd0-fe73508393dd"/>
  </ds:schemaRefs>
</ds:datastoreItem>
</file>

<file path=customXml/itemProps2.xml><?xml version="1.0" encoding="utf-8"?>
<ds:datastoreItem xmlns:ds="http://schemas.openxmlformats.org/officeDocument/2006/customXml" ds:itemID="{9DFD6D4B-0724-4B51-A318-8F6196A403F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f469461-7529-4054-b699-f189b0470135"/>
    <ds:schemaRef ds:uri="fd34c5d5-5d34-46ed-9bd0-fe73508393d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E2F94C8-66CF-41ED-818B-048931D25A1F}">
  <ds:schemaRefs>
    <ds:schemaRef ds:uri="http://schemas.microsoft.com/sharepoint/events"/>
  </ds:schemaRefs>
</ds:datastoreItem>
</file>

<file path=customXml/itemProps4.xml><?xml version="1.0" encoding="utf-8"?>
<ds:datastoreItem xmlns:ds="http://schemas.openxmlformats.org/officeDocument/2006/customXml" ds:itemID="{A6D3E88B-1A5A-4B73-80E5-69C18FD07D34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2988f0a4-524a-45f2-829d-417725fa4957}" enabled="1" method="Standard" siteId="{52daf2a9-3b73-4da4-ac6a-3f81adc92b7e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E+H_InitialSlideSet</Template>
  <TotalTime>0</TotalTime>
  <Words>817</Words>
  <Application>Microsoft Office PowerPoint</Application>
  <PresentationFormat>Widescreen</PresentationFormat>
  <Paragraphs>150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E+H Sans</vt:lpstr>
      <vt:lpstr>E+H Serif</vt:lpstr>
      <vt:lpstr>Wingdings</vt:lpstr>
      <vt:lpstr>E+H_OnScreen</vt:lpstr>
      <vt:lpstr>L5X Automation Build Tool</vt:lpstr>
      <vt:lpstr>Outline</vt:lpstr>
      <vt:lpstr>Project Goals</vt:lpstr>
      <vt:lpstr>Design Timeline</vt:lpstr>
      <vt:lpstr>Necessary Features</vt:lpstr>
      <vt:lpstr>Application Tools</vt:lpstr>
      <vt:lpstr>GUI Displays Flowchart</vt:lpstr>
      <vt:lpstr>Class Diagram</vt:lpstr>
      <vt:lpstr>Class Diagram Cont.</vt:lpstr>
      <vt:lpstr>New Elements Sequences Charts</vt:lpstr>
      <vt:lpstr>Element Editing Sequences Charts</vt:lpstr>
      <vt:lpstr>File Management Sequences Charts</vt:lpstr>
      <vt:lpstr>Application Demo</vt:lpstr>
      <vt:lpstr>Test Structure &amp; Tools</vt:lpstr>
      <vt:lpstr>Test Results</vt:lpstr>
      <vt:lpstr>Lessons Learned</vt:lpstr>
      <vt:lpstr>Conclusion</vt:lpstr>
      <vt:lpstr>PowerPoint Presentation</vt:lpstr>
      <vt:lpstr>Resources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Corbin Ferguson</dc:creator>
  <cp:lastModifiedBy>Corbin Ferguson</cp:lastModifiedBy>
  <cp:revision>2</cp:revision>
  <dcterms:created xsi:type="dcterms:W3CDTF">2026-03-13T19:08:37Z</dcterms:created>
  <dcterms:modified xsi:type="dcterms:W3CDTF">2026-03-16T16:46:09Z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0x0101006EDC6CC76FF9184F853A569783F97413</vt:lpwstr>
  </property>
  <property fmtid="{D5CDD505-2E9C-101B-9397-08002B2CF9AE}" pid="3" name="_dlc_DocIdItemGuid">
    <vt:lpwstr>7a429d67-a513-432f-98ef-974a629e7ed5</vt:lpwstr>
  </property>
  <property fmtid="{D5CDD505-2E9C-101B-9397-08002B2CF9AE}" pid="4" name="TaxKeyword">
    <vt:lpwstr/>
  </property>
</Properties>
</file>