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omments/modernComment_7FF64E2C_E0829901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30"/>
  </p:notesMasterIdLst>
  <p:handoutMasterIdLst>
    <p:handoutMasterId r:id="rId31"/>
  </p:handoutMasterIdLst>
  <p:sldIdLst>
    <p:sldId id="256" r:id="rId6"/>
    <p:sldId id="2146848302" r:id="rId7"/>
    <p:sldId id="257" r:id="rId8"/>
    <p:sldId id="2146848304" r:id="rId9"/>
    <p:sldId id="2146848305" r:id="rId10"/>
    <p:sldId id="2146848306" r:id="rId11"/>
    <p:sldId id="2146848319" r:id="rId12"/>
    <p:sldId id="2146848322" r:id="rId13"/>
    <p:sldId id="2146848323" r:id="rId14"/>
    <p:sldId id="2146848318" r:id="rId15"/>
    <p:sldId id="2146848324" r:id="rId16"/>
    <p:sldId id="2146848325" r:id="rId17"/>
    <p:sldId id="2146848316" r:id="rId18"/>
    <p:sldId id="2146848317" r:id="rId19"/>
    <p:sldId id="2146848307" r:id="rId20"/>
    <p:sldId id="2146848308" r:id="rId21"/>
    <p:sldId id="2146848309" r:id="rId22"/>
    <p:sldId id="2146848311" r:id="rId23"/>
    <p:sldId id="2146848310" r:id="rId24"/>
    <p:sldId id="2146848300" r:id="rId25"/>
    <p:sldId id="2146848312" r:id="rId26"/>
    <p:sldId id="2146848314" r:id="rId27"/>
    <p:sldId id="2146848313" r:id="rId28"/>
    <p:sldId id="2146848315" r:id="rId29"/>
  </p:sldIdLst>
  <p:sldSz cx="12192000" cy="6858000"/>
  <p:notesSz cx="6800850" cy="9926638"/>
  <p:custDataLst>
    <p:tags r:id="rId32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orient="horz" pos="3838">
          <p15:clr>
            <a:srgbClr val="A4A3A4"/>
          </p15:clr>
        </p15:guide>
        <p15:guide id="3" pos="7469" userDrawn="1">
          <p15:clr>
            <a:srgbClr val="A4A3A4"/>
          </p15:clr>
        </p15:guide>
        <p15:guide id="5" pos="63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CB79AA-8EBF-1E57-EC02-8B657B2EB377}" name="Corbin Ferguson" initials="CF" userId="S::corbin.ferguson@endress.com::34a864e2-e65e-4cb2-823c-dc28f73f0e4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CAA"/>
    <a:srgbClr val="000000"/>
    <a:srgbClr val="E6ECF0"/>
    <a:srgbClr val="FFFFFF"/>
    <a:srgbClr val="C3C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E03B4B-CC56-43F1-8F18-BCA697229170}" v="436" dt="2026-03-16T21:03:18.013"/>
  </p1510:revLst>
</p1510:revInfo>
</file>

<file path=ppt/tableStyles.xml><?xml version="1.0" encoding="utf-8"?>
<a:tblStyleLst xmlns:a="http://schemas.openxmlformats.org/drawingml/2006/main" def="{DB7B71D2-CA9A-4C58-AE14-4B1EE718D6E4}">
  <a:tblStyle styleId="{DB7B71D2-CA9A-4C58-AE14-4B1EE718D6E4}" styleName="E+H">
    <a:tblBg>
      <a:effect>
        <a:effectLst/>
      </a:effect>
    </a:tblBg>
    <a:wholeTbl>
      <a:tcTxStyle b="off" i="off">
        <a:fontRef idx="minor"/>
        <a:schemeClr val="dk1"/>
      </a:tcTxStyle>
      <a:tcStyle>
        <a:tcBdr>
          <a:left>
            <a:ln w="12700">
              <a:solidFill>
                <a:schemeClr val="lt1"/>
              </a:solidFill>
              <a:prstDash val="solid"/>
            </a:ln>
          </a:left>
          <a:right>
            <a:ln w="12700">
              <a:solidFill>
                <a:schemeClr val="lt1"/>
              </a:solidFill>
              <a:prstDash val="solid"/>
            </a:ln>
          </a:right>
          <a:top>
            <a:ln w="12700">
              <a:solidFill>
                <a:schemeClr val="lt1"/>
              </a:solidFill>
              <a:prstDash val="solid"/>
            </a:ln>
          </a:top>
          <a:bottom>
            <a:ln w="12700">
              <a:solidFill>
                <a:schemeClr val="lt1"/>
              </a:solidFill>
              <a:prstDash val="solid"/>
            </a:ln>
          </a:bottom>
          <a:insideH>
            <a:ln w="12700">
              <a:solidFill>
                <a:schemeClr val="lt1"/>
              </a:solidFill>
              <a:prstDash val="solid"/>
            </a:ln>
          </a:insideH>
          <a:insideV>
            <a:ln w="12700">
              <a:solidFill>
                <a:schemeClr val="lt1"/>
              </a:solidFill>
              <a:prstDash val="solid"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wholeTbl>
    <a:band1H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H>
    <a:band2H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H>
    <a:band1V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V>
    <a:band2V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V>
    <a:lastCol>
      <a:tcTxStyle b="off" i="off">
        <a:fontRef idx="minor"/>
        <a:schemeClr val="dk1"/>
      </a:tcTxStyle>
      <a:tcStyle>
        <a:tcBdr/>
        <a:fill>
          <a:noFill/>
        </a:fill>
      </a:tcStyle>
    </a:lastCol>
    <a:firstCol>
      <a:tcTxStyle b="off" i="off">
        <a:fontRef idx="minor"/>
        <a:schemeClr val="dk1"/>
      </a:tcTxStyle>
      <a:tcStyle>
        <a:tcBdr/>
        <a:fill>
          <a:noFill/>
        </a:fill>
      </a:tcStyle>
    </a:firstCol>
    <a:la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lastRow>
    <a:fir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598" autoAdjust="0"/>
  </p:normalViewPr>
  <p:slideViewPr>
    <p:cSldViewPr snapToGrid="0">
      <p:cViewPr>
        <p:scale>
          <a:sx n="75" d="100"/>
          <a:sy n="75" d="100"/>
        </p:scale>
        <p:origin x="516" y="642"/>
      </p:cViewPr>
      <p:guideLst>
        <p:guide orient="horz" pos="731"/>
        <p:guide orient="horz" pos="3838"/>
        <p:guide pos="7469"/>
        <p:guide pos="63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-3744" y="-114"/>
      </p:cViewPr>
      <p:guideLst>
        <p:guide orient="horz" pos="3126"/>
        <p:guide pos="2142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tags" Target="tags/tag1.xml"/><Relationship Id="rId37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bin Ferguson" userId="34a864e2-e65e-4cb2-823c-dc28f73f0e40" providerId="ADAL" clId="{8D2D96CF-1319-4CCC-9EA9-073445628049}"/>
    <pc:docChg chg="undo redo custSel addSld delSld modSld sldOrd">
      <pc:chgData name="Corbin Ferguson" userId="34a864e2-e65e-4cb2-823c-dc28f73f0e40" providerId="ADAL" clId="{8D2D96CF-1319-4CCC-9EA9-073445628049}" dt="2026-03-16T21:03:53.279" v="2075" actId="1036"/>
      <pc:docMkLst>
        <pc:docMk/>
      </pc:docMkLst>
      <pc:sldChg chg="modSp mod">
        <pc:chgData name="Corbin Ferguson" userId="34a864e2-e65e-4cb2-823c-dc28f73f0e40" providerId="ADAL" clId="{8D2D96CF-1319-4CCC-9EA9-073445628049}" dt="2026-03-16T14:58:23.802" v="1005" actId="20577"/>
        <pc:sldMkLst>
          <pc:docMk/>
          <pc:sldMk cId="1806041311" sldId="256"/>
        </pc:sldMkLst>
        <pc:spChg chg="mod">
          <ac:chgData name="Corbin Ferguson" userId="34a864e2-e65e-4cb2-823c-dc28f73f0e40" providerId="ADAL" clId="{8D2D96CF-1319-4CCC-9EA9-073445628049}" dt="2026-03-16T14:58:23.802" v="1005" actId="20577"/>
          <ac:spMkLst>
            <pc:docMk/>
            <pc:sldMk cId="1806041311" sldId="256"/>
            <ac:spMk id="7" creationId="{05DBE8C5-106F-9E45-96DE-92C740078C67}"/>
          </ac:spMkLst>
        </pc:spChg>
      </pc:sldChg>
      <pc:sldChg chg="addSp delSp modSp mod">
        <pc:chgData name="Corbin Ferguson" userId="34a864e2-e65e-4cb2-823c-dc28f73f0e40" providerId="ADAL" clId="{8D2D96CF-1319-4CCC-9EA9-073445628049}" dt="2026-03-16T15:01:20.713" v="1025" actId="732"/>
        <pc:sldMkLst>
          <pc:docMk/>
          <pc:sldMk cId="463964235" sldId="257"/>
        </pc:sldMkLst>
        <pc:picChg chg="del mod">
          <ac:chgData name="Corbin Ferguson" userId="34a864e2-e65e-4cb2-823c-dc28f73f0e40" providerId="ADAL" clId="{8D2D96CF-1319-4CCC-9EA9-073445628049}" dt="2026-03-16T15:00:14.797" v="1011" actId="478"/>
          <ac:picMkLst>
            <pc:docMk/>
            <pc:sldMk cId="463964235" sldId="257"/>
            <ac:picMk id="9" creationId="{1BC88699-DDD8-5B47-A357-650F499C3E03}"/>
          </ac:picMkLst>
        </pc:picChg>
        <pc:picChg chg="add mod">
          <ac:chgData name="Corbin Ferguson" userId="34a864e2-e65e-4cb2-823c-dc28f73f0e40" providerId="ADAL" clId="{8D2D96CF-1319-4CCC-9EA9-073445628049}" dt="2026-03-16T15:01:11.847" v="1024" actId="1076"/>
          <ac:picMkLst>
            <pc:docMk/>
            <pc:sldMk cId="463964235" sldId="257"/>
            <ac:picMk id="1028" creationId="{6C86E4AC-1B5D-4CB7-A176-9C365C540E23}"/>
          </ac:picMkLst>
        </pc:picChg>
        <pc:picChg chg="add mod">
          <ac:chgData name="Corbin Ferguson" userId="34a864e2-e65e-4cb2-823c-dc28f73f0e40" providerId="ADAL" clId="{8D2D96CF-1319-4CCC-9EA9-073445628049}" dt="2026-03-16T15:01:20.713" v="1025" actId="732"/>
          <ac:picMkLst>
            <pc:docMk/>
            <pc:sldMk cId="463964235" sldId="257"/>
            <ac:picMk id="1030" creationId="{84E072FF-ABEC-64D2-234E-9A5158069A12}"/>
          </ac:picMkLst>
        </pc:picChg>
      </pc:sldChg>
      <pc:sldChg chg="modSp mod">
        <pc:chgData name="Corbin Ferguson" userId="34a864e2-e65e-4cb2-823c-dc28f73f0e40" providerId="ADAL" clId="{8D2D96CF-1319-4CCC-9EA9-073445628049}" dt="2026-03-16T15:13:05.111" v="1343" actId="20577"/>
        <pc:sldMkLst>
          <pc:docMk/>
          <pc:sldMk cId="3766655233" sldId="2146848300"/>
        </pc:sldMkLst>
        <pc:spChg chg="mod">
          <ac:chgData name="Corbin Ferguson" userId="34a864e2-e65e-4cb2-823c-dc28f73f0e40" providerId="ADAL" clId="{8D2D96CF-1319-4CCC-9EA9-073445628049}" dt="2026-03-16T15:13:05.111" v="1343" actId="20577"/>
          <ac:spMkLst>
            <pc:docMk/>
            <pc:sldMk cId="3766655233" sldId="2146848300"/>
            <ac:spMk id="3" creationId="{69166F1D-356D-D430-8690-D44E331BF4F9}"/>
          </ac:spMkLst>
        </pc:spChg>
      </pc:sldChg>
      <pc:sldChg chg="addSp delSp modSp del mod delAnim modAnim">
        <pc:chgData name="Corbin Ferguson" userId="34a864e2-e65e-4cb2-823c-dc28f73f0e40" providerId="ADAL" clId="{8D2D96CF-1319-4CCC-9EA9-073445628049}" dt="2026-03-16T20:32:39.784" v="1827" actId="2696"/>
        <pc:sldMkLst>
          <pc:docMk/>
          <pc:sldMk cId="1979168377" sldId="2146848303"/>
        </pc:sldMkLst>
        <pc:spChg chg="add del mod">
          <ac:chgData name="Corbin Ferguson" userId="34a864e2-e65e-4cb2-823c-dc28f73f0e40" providerId="ADAL" clId="{8D2D96CF-1319-4CCC-9EA9-073445628049}" dt="2026-03-16T20:32:17.428" v="1824" actId="478"/>
          <ac:spMkLst>
            <pc:docMk/>
            <pc:sldMk cId="1979168377" sldId="2146848303"/>
            <ac:spMk id="3" creationId="{7E1F48FE-02C8-5BA2-C31C-33633F3769D0}"/>
          </ac:spMkLst>
        </pc:spChg>
        <pc:spChg chg="add del mod ord">
          <ac:chgData name="Corbin Ferguson" userId="34a864e2-e65e-4cb2-823c-dc28f73f0e40" providerId="ADAL" clId="{8D2D96CF-1319-4CCC-9EA9-073445628049}" dt="2026-03-16T20:01:48.402" v="1596" actId="11529"/>
          <ac:spMkLst>
            <pc:docMk/>
            <pc:sldMk cId="1979168377" sldId="2146848303"/>
            <ac:spMk id="5" creationId="{B39D629C-D470-8907-C1E4-DDBFE74A2B19}"/>
          </ac:spMkLst>
        </pc:spChg>
        <pc:picChg chg="add del mod modCrop">
          <ac:chgData name="Corbin Ferguson" userId="34a864e2-e65e-4cb2-823c-dc28f73f0e40" providerId="ADAL" clId="{8D2D96CF-1319-4CCC-9EA9-073445628049}" dt="2026-03-16T20:32:37.321" v="1826" actId="732"/>
          <ac:picMkLst>
            <pc:docMk/>
            <pc:sldMk cId="1979168377" sldId="2146848303"/>
            <ac:picMk id="15" creationId="{6244959B-B329-3457-CDC8-8A5F7BF28B7D}"/>
          </ac:picMkLst>
        </pc:picChg>
      </pc:sldChg>
      <pc:sldChg chg="modSp mod">
        <pc:chgData name="Corbin Ferguson" userId="34a864e2-e65e-4cb2-823c-dc28f73f0e40" providerId="ADAL" clId="{8D2D96CF-1319-4CCC-9EA9-073445628049}" dt="2026-03-16T15:06:18.204" v="1136" actId="20577"/>
        <pc:sldMkLst>
          <pc:docMk/>
          <pc:sldMk cId="189939056" sldId="2146848304"/>
        </pc:sldMkLst>
        <pc:spChg chg="mod">
          <ac:chgData name="Corbin Ferguson" userId="34a864e2-e65e-4cb2-823c-dc28f73f0e40" providerId="ADAL" clId="{8D2D96CF-1319-4CCC-9EA9-073445628049}" dt="2026-03-16T15:06:18.204" v="1136" actId="20577"/>
          <ac:spMkLst>
            <pc:docMk/>
            <pc:sldMk cId="189939056" sldId="2146848304"/>
            <ac:spMk id="13" creationId="{4B3CDBD9-BD4E-E7E3-A1E9-2D692BAA1734}"/>
          </ac:spMkLst>
        </pc:spChg>
      </pc:sldChg>
      <pc:sldChg chg="modSp mod">
        <pc:chgData name="Corbin Ferguson" userId="34a864e2-e65e-4cb2-823c-dc28f73f0e40" providerId="ADAL" clId="{8D2D96CF-1319-4CCC-9EA9-073445628049}" dt="2026-03-16T15:02:46.111" v="1042" actId="20577"/>
        <pc:sldMkLst>
          <pc:docMk/>
          <pc:sldMk cId="2928641305" sldId="2146848305"/>
        </pc:sldMkLst>
        <pc:spChg chg="mod">
          <ac:chgData name="Corbin Ferguson" userId="34a864e2-e65e-4cb2-823c-dc28f73f0e40" providerId="ADAL" clId="{8D2D96CF-1319-4CCC-9EA9-073445628049}" dt="2026-03-16T15:02:46.111" v="1042" actId="20577"/>
          <ac:spMkLst>
            <pc:docMk/>
            <pc:sldMk cId="2928641305" sldId="2146848305"/>
            <ac:spMk id="2" creationId="{A59311E1-2F3C-706B-E772-4C7FF4CB0DFD}"/>
          </ac:spMkLst>
        </pc:spChg>
      </pc:sldChg>
      <pc:sldChg chg="modSp mod">
        <pc:chgData name="Corbin Ferguson" userId="34a864e2-e65e-4cb2-823c-dc28f73f0e40" providerId="ADAL" clId="{8D2D96CF-1319-4CCC-9EA9-073445628049}" dt="2026-03-16T14:38:49.156" v="491" actId="20577"/>
        <pc:sldMkLst>
          <pc:docMk/>
          <pc:sldMk cId="364984994" sldId="2146848306"/>
        </pc:sldMkLst>
        <pc:spChg chg="mod">
          <ac:chgData name="Corbin Ferguson" userId="34a864e2-e65e-4cb2-823c-dc28f73f0e40" providerId="ADAL" clId="{8D2D96CF-1319-4CCC-9EA9-073445628049}" dt="2026-03-16T14:38:49.156" v="491" actId="20577"/>
          <ac:spMkLst>
            <pc:docMk/>
            <pc:sldMk cId="364984994" sldId="2146848306"/>
            <ac:spMk id="13" creationId="{ED6C0032-109D-5E6D-74D4-9A87B9B556F0}"/>
          </ac:spMkLst>
        </pc:spChg>
      </pc:sldChg>
      <pc:sldChg chg="addSp delSp modSp mod">
        <pc:chgData name="Corbin Ferguson" userId="34a864e2-e65e-4cb2-823c-dc28f73f0e40" providerId="ADAL" clId="{8D2D96CF-1319-4CCC-9EA9-073445628049}" dt="2026-03-16T18:23:33.003" v="1573" actId="14100"/>
        <pc:sldMkLst>
          <pc:docMk/>
          <pc:sldMk cId="3092458060" sldId="2146848309"/>
        </pc:sldMkLst>
        <pc:spChg chg="add del">
          <ac:chgData name="Corbin Ferguson" userId="34a864e2-e65e-4cb2-823c-dc28f73f0e40" providerId="ADAL" clId="{8D2D96CF-1319-4CCC-9EA9-073445628049}" dt="2026-03-16T18:23:22.880" v="1569" actId="22"/>
          <ac:spMkLst>
            <pc:docMk/>
            <pc:sldMk cId="3092458060" sldId="2146848309"/>
            <ac:spMk id="5" creationId="{8BC8D642-BC9E-D530-78FF-57DA6447CB56}"/>
          </ac:spMkLst>
        </pc:spChg>
        <pc:picChg chg="del">
          <ac:chgData name="Corbin Ferguson" userId="34a864e2-e65e-4cb2-823c-dc28f73f0e40" providerId="ADAL" clId="{8D2D96CF-1319-4CCC-9EA9-073445628049}" dt="2026-03-16T18:23:21.517" v="1567" actId="478"/>
          <ac:picMkLst>
            <pc:docMk/>
            <pc:sldMk cId="3092458060" sldId="2146848309"/>
            <ac:picMk id="5128" creationId="{0B2E5208-67CE-83DA-8360-9F0600144B16}"/>
          </ac:picMkLst>
        </pc:picChg>
        <pc:picChg chg="add mod">
          <ac:chgData name="Corbin Ferguson" userId="34a864e2-e65e-4cb2-823c-dc28f73f0e40" providerId="ADAL" clId="{8D2D96CF-1319-4CCC-9EA9-073445628049}" dt="2026-03-16T18:23:33.003" v="1573" actId="14100"/>
          <ac:picMkLst>
            <pc:docMk/>
            <pc:sldMk cId="3092458060" sldId="2146848309"/>
            <ac:picMk id="5132" creationId="{4666DD03-80DA-70E0-19B8-82E5620169CE}"/>
          </ac:picMkLst>
        </pc:picChg>
      </pc:sldChg>
      <pc:sldChg chg="modSp mod">
        <pc:chgData name="Corbin Ferguson" userId="34a864e2-e65e-4cb2-823c-dc28f73f0e40" providerId="ADAL" clId="{8D2D96CF-1319-4CCC-9EA9-073445628049}" dt="2026-03-16T14:42:17.759" v="600" actId="20577"/>
        <pc:sldMkLst>
          <pc:docMk/>
          <pc:sldMk cId="1957245743" sldId="2146848310"/>
        </pc:sldMkLst>
        <pc:spChg chg="mod">
          <ac:chgData name="Corbin Ferguson" userId="34a864e2-e65e-4cb2-823c-dc28f73f0e40" providerId="ADAL" clId="{8D2D96CF-1319-4CCC-9EA9-073445628049}" dt="2026-03-16T14:42:17.759" v="600" actId="20577"/>
          <ac:spMkLst>
            <pc:docMk/>
            <pc:sldMk cId="1957245743" sldId="2146848310"/>
            <ac:spMk id="13" creationId="{1EC16664-E325-8471-1AD8-B488025297CB}"/>
          </ac:spMkLst>
        </pc:spChg>
      </pc:sldChg>
      <pc:sldChg chg="addSp modSp mod modClrScheme chgLayout">
        <pc:chgData name="Corbin Ferguson" userId="34a864e2-e65e-4cb2-823c-dc28f73f0e40" providerId="ADAL" clId="{8D2D96CF-1319-4CCC-9EA9-073445628049}" dt="2026-03-16T15:08:24.308" v="1176" actId="20577"/>
        <pc:sldMkLst>
          <pc:docMk/>
          <pc:sldMk cId="765330338" sldId="2146848311"/>
        </pc:sldMkLst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2" creationId="{39A6CDB0-B34B-8995-0E8B-C319A922B5B3}"/>
          </ac:spMkLst>
        </pc:spChg>
        <pc:spChg chg="add mod ord">
          <ac:chgData name="Corbin Ferguson" userId="34a864e2-e65e-4cb2-823c-dc28f73f0e40" providerId="ADAL" clId="{8D2D96CF-1319-4CCC-9EA9-073445628049}" dt="2026-03-16T15:08:24.308" v="1176" actId="20577"/>
          <ac:spMkLst>
            <pc:docMk/>
            <pc:sldMk cId="765330338" sldId="2146848311"/>
            <ac:spMk id="3" creationId="{63F6E7F2-C333-13E7-6A23-E317DC8149B0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4" creationId="{00FFBEF8-5E91-2668-D8BE-7A069006F3AD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7" creationId="{F24A93D2-C404-5313-F354-72800B3D775A}"/>
          </ac:spMkLst>
        </pc:spChg>
        <pc:spChg chg="mod ord">
          <ac:chgData name="Corbin Ferguson" userId="34a864e2-e65e-4cb2-823c-dc28f73f0e40" providerId="ADAL" clId="{8D2D96CF-1319-4CCC-9EA9-073445628049}" dt="2026-03-16T15:08:11.545" v="1166" actId="700"/>
          <ac:spMkLst>
            <pc:docMk/>
            <pc:sldMk cId="765330338" sldId="2146848311"/>
            <ac:spMk id="8" creationId="{0399E63B-65A1-3030-DC23-CA1AF7150CCF}"/>
          </ac:spMkLst>
        </pc:spChg>
      </pc:sldChg>
      <pc:sldChg chg="modSp mod">
        <pc:chgData name="Corbin Ferguson" userId="34a864e2-e65e-4cb2-823c-dc28f73f0e40" providerId="ADAL" clId="{8D2D96CF-1319-4CCC-9EA9-073445628049}" dt="2026-03-16T15:07:15.312" v="1165" actId="20577"/>
        <pc:sldMkLst>
          <pc:docMk/>
          <pc:sldMk cId="785037573" sldId="2146848312"/>
        </pc:sldMkLst>
        <pc:spChg chg="mod">
          <ac:chgData name="Corbin Ferguson" userId="34a864e2-e65e-4cb2-823c-dc28f73f0e40" providerId="ADAL" clId="{8D2D96CF-1319-4CCC-9EA9-073445628049}" dt="2026-03-16T15:07:15.312" v="1165" actId="20577"/>
          <ac:spMkLst>
            <pc:docMk/>
            <pc:sldMk cId="785037573" sldId="2146848312"/>
            <ac:spMk id="9" creationId="{F12D16D0-86CF-AF46-C7E4-9E991E80B9A8}"/>
          </ac:spMkLst>
        </pc:spChg>
      </pc:sldChg>
      <pc:sldChg chg="addSp modSp add mod">
        <pc:chgData name="Corbin Ferguson" userId="34a864e2-e65e-4cb2-823c-dc28f73f0e40" providerId="ADAL" clId="{8D2D96CF-1319-4CCC-9EA9-073445628049}" dt="2026-03-16T15:12:46.375" v="1342" actId="20577"/>
        <pc:sldMkLst>
          <pc:docMk/>
          <pc:sldMk cId="1067535560" sldId="2146848314"/>
        </pc:sldMkLst>
        <pc:spChg chg="mod">
          <ac:chgData name="Corbin Ferguson" userId="34a864e2-e65e-4cb2-823c-dc28f73f0e40" providerId="ADAL" clId="{8D2D96CF-1319-4CCC-9EA9-073445628049}" dt="2026-03-16T14:35:58.596" v="10" actId="20577"/>
          <ac:spMkLst>
            <pc:docMk/>
            <pc:sldMk cId="1067535560" sldId="2146848314"/>
            <ac:spMk id="2" creationId="{29DC8B36-B78B-74FC-1B96-372E60B3CCA5}"/>
          </ac:spMkLst>
        </pc:spChg>
        <pc:spChg chg="mod">
          <ac:chgData name="Corbin Ferguson" userId="34a864e2-e65e-4cb2-823c-dc28f73f0e40" providerId="ADAL" clId="{8D2D96CF-1319-4CCC-9EA9-073445628049}" dt="2026-03-16T15:12:46.375" v="1342" actId="20577"/>
          <ac:spMkLst>
            <pc:docMk/>
            <pc:sldMk cId="1067535560" sldId="2146848314"/>
            <ac:spMk id="9" creationId="{10547ECE-F4D6-7E7B-B957-03EBA9BFAC16}"/>
          </ac:spMkLst>
        </pc:spChg>
        <pc:graphicFrameChg chg="add mod">
          <ac:chgData name="Corbin Ferguson" userId="34a864e2-e65e-4cb2-823c-dc28f73f0e40" providerId="ADAL" clId="{8D2D96CF-1319-4CCC-9EA9-073445628049}" dt="2026-03-16T14:54:26.903" v="642"/>
          <ac:graphicFrameMkLst>
            <pc:docMk/>
            <pc:sldMk cId="1067535560" sldId="2146848314"/>
            <ac:graphicFrameMk id="6" creationId="{2B0FA1C0-BB02-FE95-4882-659F84EC68BF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4:31.888" v="643"/>
          <ac:graphicFrameMkLst>
            <pc:docMk/>
            <pc:sldMk cId="1067535560" sldId="2146848314"/>
            <ac:graphicFrameMk id="7" creationId="{B0DB4696-A2DE-2DAF-F42D-A13D1E03B497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4:52.519" v="648"/>
          <ac:graphicFrameMkLst>
            <pc:docMk/>
            <pc:sldMk cId="1067535560" sldId="2146848314"/>
            <ac:graphicFrameMk id="8" creationId="{0627A225-39DD-3E02-1C79-E76C3DE5AD4B}"/>
          </ac:graphicFrameMkLst>
        </pc:graphicFrameChg>
        <pc:graphicFrameChg chg="add mod">
          <ac:chgData name="Corbin Ferguson" userId="34a864e2-e65e-4cb2-823c-dc28f73f0e40" providerId="ADAL" clId="{8D2D96CF-1319-4CCC-9EA9-073445628049}" dt="2026-03-16T14:56:54.559" v="881"/>
          <ac:graphicFrameMkLst>
            <pc:docMk/>
            <pc:sldMk cId="1067535560" sldId="2146848314"/>
            <ac:graphicFrameMk id="10" creationId="{6AE61343-672E-4651-8B93-D5EAA608BA5B}"/>
          </ac:graphicFrameMkLst>
        </pc:graphicFrameChg>
      </pc:sldChg>
      <pc:sldChg chg="modSp add mod ord">
        <pc:chgData name="Corbin Ferguson" userId="34a864e2-e65e-4cb2-823c-dc28f73f0e40" providerId="ADAL" clId="{8D2D96CF-1319-4CCC-9EA9-073445628049}" dt="2026-03-16T14:42:49.632" v="602"/>
        <pc:sldMkLst>
          <pc:docMk/>
          <pc:sldMk cId="1869098219" sldId="2146848315"/>
        </pc:sldMkLst>
        <pc:spChg chg="mod">
          <ac:chgData name="Corbin Ferguson" userId="34a864e2-e65e-4cb2-823c-dc28f73f0e40" providerId="ADAL" clId="{8D2D96CF-1319-4CCC-9EA9-073445628049}" dt="2026-03-16T14:39:31.709" v="503" actId="20577"/>
          <ac:spMkLst>
            <pc:docMk/>
            <pc:sldMk cId="1869098219" sldId="2146848315"/>
            <ac:spMk id="2" creationId="{42490D66-69B9-FCB3-4EE3-71E22ADE614D}"/>
          </ac:spMkLst>
        </pc:spChg>
        <pc:spChg chg="mod">
          <ac:chgData name="Corbin Ferguson" userId="34a864e2-e65e-4cb2-823c-dc28f73f0e40" providerId="ADAL" clId="{8D2D96CF-1319-4CCC-9EA9-073445628049}" dt="2026-03-16T14:42:49.632" v="602"/>
          <ac:spMkLst>
            <pc:docMk/>
            <pc:sldMk cId="1869098219" sldId="2146848315"/>
            <ac:spMk id="9" creationId="{01007C77-2DF3-8DD9-8D8C-832A640C674D}"/>
          </ac:spMkLst>
        </pc:spChg>
      </pc:sldChg>
      <pc:sldChg chg="addSp delSp modSp add mod modClrScheme chgLayout">
        <pc:chgData name="Corbin Ferguson" userId="34a864e2-e65e-4cb2-823c-dc28f73f0e40" providerId="ADAL" clId="{8D2D96CF-1319-4CCC-9EA9-073445628049}" dt="2026-03-16T17:39:26.042" v="1566" actId="26606"/>
        <pc:sldMkLst>
          <pc:docMk/>
          <pc:sldMk cId="2077614573" sldId="2146848316"/>
        </pc:sldMkLst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2" creationId="{07BCF97A-6A5E-DA70-0A21-4FF0D5A9B2D1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4" creationId="{6F1C84BC-19BE-D2D3-DB6B-179BB01EE861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7" creationId="{3583879C-95E5-7299-C98A-2B7D0B63F807}"/>
          </ac:spMkLst>
        </pc:spChg>
        <pc:spChg chg="mod ord">
          <ac:chgData name="Corbin Ferguson" userId="34a864e2-e65e-4cb2-823c-dc28f73f0e40" providerId="ADAL" clId="{8D2D96CF-1319-4CCC-9EA9-073445628049}" dt="2026-03-16T16:39:10.614" v="1550" actId="26606"/>
          <ac:spMkLst>
            <pc:docMk/>
            <pc:sldMk cId="2077614573" sldId="2146848316"/>
            <ac:spMk id="8" creationId="{4C7D5AC9-EA29-86A4-7EF8-4DF941130DC8}"/>
          </ac:spMkLst>
        </pc:spChg>
        <pc:spChg chg="del mod">
          <ac:chgData name="Corbin Ferguson" userId="34a864e2-e65e-4cb2-823c-dc28f73f0e40" providerId="ADAL" clId="{8D2D96CF-1319-4CCC-9EA9-073445628049}" dt="2026-03-16T16:13:34.801" v="1460" actId="478"/>
          <ac:spMkLst>
            <pc:docMk/>
            <pc:sldMk cId="2077614573" sldId="2146848316"/>
            <ac:spMk id="13" creationId="{D7D4E759-8FDE-86E6-E731-24ECD92780CE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24" creationId="{686D1B61-5B63-C724-2CB5-FD3BFC6AFDD4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36" creationId="{744595BF-62E0-2BA1-92DD-CD78756D96D0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42" creationId="{BC769C5F-21DA-B5F2-C497-39B7F975B55B}"/>
          </ac:spMkLst>
        </pc:spChg>
        <pc:spChg chg="mod topLvl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55" creationId="{28DFFED1-D271-35C0-A749-731C7D90E772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56" creationId="{6C489836-C900-A02E-8277-D16D696CD472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61" creationId="{85AC204E-F4BC-E994-8003-6157E29B17C4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248" creationId="{5B198541-A049-C8CA-F02C-E5415B398853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291" creationId="{4434AD16-C590-BE76-6B5E-13209D698BC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544" creationId="{E5D84286-4EE9-53B8-4951-8D0A3816D9B8}"/>
          </ac:spMkLst>
        </pc:spChg>
        <pc:spChg chg="add del mod ord modVis">
          <ac:chgData name="Corbin Ferguson" userId="34a864e2-e65e-4cb2-823c-dc28f73f0e40" providerId="ADAL" clId="{8D2D96CF-1319-4CCC-9EA9-073445628049}" dt="2026-03-16T16:13:02.702" v="1436" actId="207"/>
          <ac:spMkLst>
            <pc:docMk/>
            <pc:sldMk cId="2077614573" sldId="2146848316"/>
            <ac:spMk id="8567" creationId="{73615F16-59EB-B70F-8238-D5B33CF342BB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8568" creationId="{743FE570-5A53-F9B3-A590-6FA06FF2E4D7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632" creationId="{4EA6240F-3582-C7A6-A438-BDE40D59BCDE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8643" creationId="{2C0C8624-EC81-B2A3-06C4-53B52A47364E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8961" creationId="{1DEDA1F4-5534-3ABA-796A-43CBE331391B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026" creationId="{6C204C66-8F61-60B6-6DAE-F9365A8C27F3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093" creationId="{685AD8E8-7F61-1BE9-F294-D9D90AA4BCB3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118" creationId="{8CC27F9C-D0D8-C07D-3B62-C7B575A1DD65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9188" creationId="{41F6D49B-BF20-C635-F3DC-E8E78B67233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9259" creationId="{40AA7F6B-5945-AA9A-4084-91670E0E3BA6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401" creationId="{0D334F6E-4CA3-A5D7-A441-4C7445A6288C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9404" creationId="{A5F2C69B-31F9-1FF4-A5E1-9AF7743B7361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9444" creationId="{4F6E9EA8-2F4F-5D2A-2F5B-1BCA7597DA8F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9845" creationId="{45A65B3C-704D-81A8-9CB8-1B808C9DB46F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9990" creationId="{1A14FB88-5FB8-61A3-5A87-F8C40EF53100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7" creationId="{6078BC0C-7BF6-79C6-9752-3CCDACE1113B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8" creationId="{88600233-ABCB-3174-F69A-401D513C7624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9999" creationId="{7D5B8841-DB8C-5C65-782F-42DB1A2994E5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00" creationId="{18773B56-FBA6-3A3A-1D0D-353C9A1CAB64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003" creationId="{8624F5E2-E70C-6B88-1C23-FE10AFC7DD90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08" creationId="{B1F0841A-FA07-A4E0-A080-3A495483D6B6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19" creationId="{0F32F3BF-4493-282F-6406-56917E91F62A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20" creationId="{0B140EB4-2DD4-A169-C104-950692A145B1}"/>
          </ac:spMkLst>
        </pc:spChg>
        <pc:spChg chg="del">
          <ac:chgData name="Corbin Ferguson" userId="34a864e2-e65e-4cb2-823c-dc28f73f0e40" providerId="ADAL" clId="{8D2D96CF-1319-4CCC-9EA9-073445628049}" dt="2026-03-16T16:13:29.237" v="1456" actId="478"/>
          <ac:spMkLst>
            <pc:docMk/>
            <pc:sldMk cId="2077614573" sldId="2146848316"/>
            <ac:spMk id="10025" creationId="{FE71403A-2281-5DDC-DFAB-21BA5FD84C6C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29" creationId="{6256A978-DF3A-CA52-E8E9-04CAB46297B6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30" creationId="{A2F065D7-7A97-DCAF-9AEB-2EA5464EC424}"/>
          </ac:spMkLst>
        </pc:spChg>
        <pc:spChg chg="del">
          <ac:chgData name="Corbin Ferguson" userId="34a864e2-e65e-4cb2-823c-dc28f73f0e40" providerId="ADAL" clId="{8D2D96CF-1319-4CCC-9EA9-073445628049}" dt="2026-03-16T16:13:40.693" v="1462" actId="478"/>
          <ac:spMkLst>
            <pc:docMk/>
            <pc:sldMk cId="2077614573" sldId="2146848316"/>
            <ac:spMk id="10031" creationId="{7386F5C3-5ED2-1E35-3F2A-7F615097E0FD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39" creationId="{A767D995-2245-EFF0-B2A3-EED0E0B5ABE0}"/>
          </ac:spMkLst>
        </pc:spChg>
        <pc:spChg chg="del">
          <ac:chgData name="Corbin Ferguson" userId="34a864e2-e65e-4cb2-823c-dc28f73f0e40" providerId="ADAL" clId="{8D2D96CF-1319-4CCC-9EA9-073445628049}" dt="2026-03-16T16:13:38.282" v="1461" actId="478"/>
          <ac:spMkLst>
            <pc:docMk/>
            <pc:sldMk cId="2077614573" sldId="2146848316"/>
            <ac:spMk id="10040" creationId="{F5F31AD6-77DE-1B28-21CF-F269EC311F1F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163" creationId="{9DA64397-879A-CC61-3C2F-AC5F268A765A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261" creationId="{DFFE02BB-2D22-323B-9346-35A5106901E7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271" creationId="{3DFE3B36-1D23-B941-B786-CF08850E2BBC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19" creationId="{4B6A0A59-0841-ACBC-9ACF-8DDC7F585AD8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34" creationId="{71299B70-E2A2-36F6-BF08-C9A0A5683ADE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38" creationId="{18D18D81-FEBF-37F5-6C20-B6F09FFFD838}"/>
          </ac:spMkLst>
        </pc:spChg>
        <pc:spChg chg="mod modVis">
          <ac:chgData name="Corbin Ferguson" userId="34a864e2-e65e-4cb2-823c-dc28f73f0e40" providerId="ADAL" clId="{8D2D96CF-1319-4CCC-9EA9-073445628049}" dt="2026-03-16T16:13:14.640" v="1452" actId="14429"/>
          <ac:spMkLst>
            <pc:docMk/>
            <pc:sldMk cId="2077614573" sldId="2146848316"/>
            <ac:spMk id="10454" creationId="{AAA717C8-C7BD-FAAA-2E81-4D76EA54C548}"/>
          </ac:spMkLst>
        </pc:spChg>
        <pc:spChg chg="mod modVis">
          <ac:chgData name="Corbin Ferguson" userId="34a864e2-e65e-4cb2-823c-dc28f73f0e40" providerId="ADAL" clId="{8D2D96CF-1319-4CCC-9EA9-073445628049}" dt="2026-03-16T16:13:14.263" v="1451" actId="14430"/>
          <ac:spMkLst>
            <pc:docMk/>
            <pc:sldMk cId="2077614573" sldId="2146848316"/>
            <ac:spMk id="10456" creationId="{10928AD7-DDD4-A9F4-ED11-2D3FCBAB2AF7}"/>
          </ac:spMkLst>
        </pc:spChg>
        <pc:spChg chg="mod modVis">
          <ac:chgData name="Corbin Ferguson" userId="34a864e2-e65e-4cb2-823c-dc28f73f0e40" providerId="ADAL" clId="{8D2D96CF-1319-4CCC-9EA9-073445628049}" dt="2026-03-16T16:13:13.462" v="1449" actId="14430"/>
          <ac:spMkLst>
            <pc:docMk/>
            <pc:sldMk cId="2077614573" sldId="2146848316"/>
            <ac:spMk id="10457" creationId="{E4D783BE-4B50-1EE9-293B-212C35D871F3}"/>
          </ac:spMkLst>
        </pc:spChg>
        <pc:spChg chg="mod modVis">
          <ac:chgData name="Corbin Ferguson" userId="34a864e2-e65e-4cb2-823c-dc28f73f0e40" providerId="ADAL" clId="{8D2D96CF-1319-4CCC-9EA9-073445628049}" dt="2026-03-16T16:13:12.614" v="1447" actId="14430"/>
          <ac:spMkLst>
            <pc:docMk/>
            <pc:sldMk cId="2077614573" sldId="2146848316"/>
            <ac:spMk id="10458" creationId="{CB731D3F-3E72-28D4-6275-824262BB1A26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69" creationId="{3DF84D1F-2D12-0BC2-D0E1-AE32F687E41E}"/>
          </ac:spMkLst>
        </pc:spChg>
        <pc:spChg chg="mod modVis">
          <ac:chgData name="Corbin Ferguson" userId="34a864e2-e65e-4cb2-823c-dc28f73f0e40" providerId="ADAL" clId="{8D2D96CF-1319-4CCC-9EA9-073445628049}" dt="2026-03-16T16:03:33.804" v="1406" actId="14429"/>
          <ac:spMkLst>
            <pc:docMk/>
            <pc:sldMk cId="2077614573" sldId="2146848316"/>
            <ac:spMk id="10476" creationId="{1BB2F026-A377-8A25-813A-5F255959DD51}"/>
          </ac:spMkLst>
        </pc:spChg>
        <pc:spChg chg="mod modVis">
          <ac:chgData name="Corbin Ferguson" userId="34a864e2-e65e-4cb2-823c-dc28f73f0e40" providerId="ADAL" clId="{8D2D96CF-1319-4CCC-9EA9-073445628049}" dt="2026-03-16T16:03:31.319" v="1402" actId="14429"/>
          <ac:spMkLst>
            <pc:docMk/>
            <pc:sldMk cId="2077614573" sldId="2146848316"/>
            <ac:spMk id="10477" creationId="{6EDA60F5-0155-1969-4303-C8E1ECB68C04}"/>
          </ac:spMkLst>
        </pc:spChg>
        <pc:spChg chg="mod modVis">
          <ac:chgData name="Corbin Ferguson" userId="34a864e2-e65e-4cb2-823c-dc28f73f0e40" providerId="ADAL" clId="{8D2D96CF-1319-4CCC-9EA9-073445628049}" dt="2026-03-16T16:03:32.507" v="1404" actId="14429"/>
          <ac:spMkLst>
            <pc:docMk/>
            <pc:sldMk cId="2077614573" sldId="2146848316"/>
            <ac:spMk id="10478" creationId="{EF29C8E0-E33D-F434-F784-79635682E34D}"/>
          </ac:spMkLst>
        </pc:spChg>
        <pc:spChg chg="mod topLvl">
          <ac:chgData name="Corbin Ferguson" userId="34a864e2-e65e-4cb2-823c-dc28f73f0e40" providerId="ADAL" clId="{8D2D96CF-1319-4CCC-9EA9-073445628049}" dt="2026-03-16T16:13:07.664" v="1441" actId="165"/>
          <ac:spMkLst>
            <pc:docMk/>
            <pc:sldMk cId="2077614573" sldId="2146848316"/>
            <ac:spMk id="10479" creationId="{D902B22C-C8C4-FC29-FD78-C8791BD9E2CC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510" creationId="{2ADD0366-DE82-45B0-F168-8CD88ADFB3B6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530" creationId="{E5A31BEE-6EDA-EE4B-F580-37AC596BEBCC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586" creationId="{C440AF32-A01E-BC5A-EB6F-9F358FDE1989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687" creationId="{9621F235-C373-80D3-9770-B71FE923BFC5}"/>
          </ac:spMkLst>
        </pc:spChg>
        <pc:spChg chg="mod">
          <ac:chgData name="Corbin Ferguson" userId="34a864e2-e65e-4cb2-823c-dc28f73f0e40" providerId="ADAL" clId="{8D2D96CF-1319-4CCC-9EA9-073445628049}" dt="2026-03-16T16:01:40.264" v="1371" actId="165"/>
          <ac:spMkLst>
            <pc:docMk/>
            <pc:sldMk cId="2077614573" sldId="2146848316"/>
            <ac:spMk id="10740" creationId="{61B952FE-E7A4-0D04-592D-0C422FE6B368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759" creationId="{43DDD9A3-EB88-656E-9B37-FC8511FCDD1B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03" creationId="{BDF784A6-CB84-62F6-3B49-D10C2D6392ED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18" creationId="{BD6D1489-B3D4-696E-8DC3-0C02A6377A0C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20" creationId="{4E375D8D-9893-0EF9-21C5-A4FD87C2D98A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47" creationId="{CDB448F4-DDEA-7232-A26A-9F4C6D8EBAFB}"/>
          </ac:spMkLst>
        </pc:spChg>
        <pc:spChg chg="mod">
          <ac:chgData name="Corbin Ferguson" userId="34a864e2-e65e-4cb2-823c-dc28f73f0e40" providerId="ADAL" clId="{8D2D96CF-1319-4CCC-9EA9-073445628049}" dt="2026-03-16T16:02:03.946" v="1375" actId="165"/>
          <ac:spMkLst>
            <pc:docMk/>
            <pc:sldMk cId="2077614573" sldId="2146848316"/>
            <ac:spMk id="10849" creationId="{D706CB23-ECA8-F94E-0123-9D2D8AEEB319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64" creationId="{3D49FB3A-FA28-5254-0381-D659100DD293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882" creationId="{7E181B4E-AFDE-1988-2754-6F3E2FD335AD}"/>
          </ac:spMkLst>
        </pc:spChg>
        <pc:spChg chg="mod topLvl">
          <ac:chgData name="Corbin Ferguson" userId="34a864e2-e65e-4cb2-823c-dc28f73f0e40" providerId="ADAL" clId="{8D2D96CF-1319-4CCC-9EA9-073445628049}" dt="2026-03-16T16:13:04.178" v="1437" actId="165"/>
          <ac:spMkLst>
            <pc:docMk/>
            <pc:sldMk cId="2077614573" sldId="2146848316"/>
            <ac:spMk id="10901" creationId="{260D5BFC-8D99-2DF3-3788-EC0316444132}"/>
          </ac:spMkLst>
        </pc:spChg>
        <pc:grpChg chg="add del mod modVis">
          <ac:chgData name="Corbin Ferguson" userId="34a864e2-e65e-4cb2-823c-dc28f73f0e40" providerId="ADAL" clId="{8D2D96CF-1319-4CCC-9EA9-073445628049}" dt="2026-03-16T16:13:24.497" v="1455" actId="478"/>
          <ac:grpSpMkLst>
            <pc:docMk/>
            <pc:sldMk cId="2077614573" sldId="2146848316"/>
            <ac:grpSpMk id="14" creationId="{24BD7666-D6A4-D570-E479-D9C1E24A98D3}"/>
          </ac:grpSpMkLst>
        </pc:grpChg>
        <pc:grpChg chg="mod modVis">
          <ac:chgData name="Corbin Ferguson" userId="34a864e2-e65e-4cb2-823c-dc28f73f0e40" providerId="ADAL" clId="{8D2D96CF-1319-4CCC-9EA9-073445628049}" dt="2026-03-16T16:03:17.864" v="1394" actId="14429"/>
          <ac:grpSpMkLst>
            <pc:docMk/>
            <pc:sldMk cId="2077614573" sldId="2146848316"/>
            <ac:grpSpMk id="16" creationId="{1591C2AE-17F1-0EE1-027C-BE8C34BCE3CC}"/>
          </ac:grpSpMkLst>
        </pc:grpChg>
        <pc:grpChg chg="del mod modVis">
          <ac:chgData name="Corbin Ferguson" userId="34a864e2-e65e-4cb2-823c-dc28f73f0e40" providerId="ADAL" clId="{8D2D96CF-1319-4CCC-9EA9-073445628049}" dt="2026-03-16T16:13:38.282" v="1461" actId="478"/>
          <ac:grpSpMkLst>
            <pc:docMk/>
            <pc:sldMk cId="2077614573" sldId="2146848316"/>
            <ac:grpSpMk id="17" creationId="{3B72B237-E1BF-EE5F-0E3B-FDA8A14AE1C8}"/>
          </ac:grpSpMkLst>
        </pc:grpChg>
        <pc:grpChg chg="del mod modVis">
          <ac:chgData name="Corbin Ferguson" userId="34a864e2-e65e-4cb2-823c-dc28f73f0e40" providerId="ADAL" clId="{8D2D96CF-1319-4CCC-9EA9-073445628049}" dt="2026-03-16T16:13:38.282" v="1461" actId="478"/>
          <ac:grpSpMkLst>
            <pc:docMk/>
            <pc:sldMk cId="2077614573" sldId="2146848316"/>
            <ac:grpSpMk id="18" creationId="{75CD6B92-65FC-FE36-FC57-794EA5976853}"/>
          </ac:grpSpMkLst>
        </pc:grpChg>
        <pc:grpChg chg="mod modVis">
          <ac:chgData name="Corbin Ferguson" userId="34a864e2-e65e-4cb2-823c-dc28f73f0e40" providerId="ADAL" clId="{8D2D96CF-1319-4CCC-9EA9-073445628049}" dt="2026-03-16T16:03:23.716" v="1400" actId="14429"/>
          <ac:grpSpMkLst>
            <pc:docMk/>
            <pc:sldMk cId="2077614573" sldId="2146848316"/>
            <ac:grpSpMk id="19" creationId="{501463A7-693C-D89C-0D3F-C9AC66AA15D4}"/>
          </ac:grpSpMkLst>
        </pc:grpChg>
        <pc:grpChg chg="add del">
          <ac:chgData name="Corbin Ferguson" userId="34a864e2-e65e-4cb2-823c-dc28f73f0e40" providerId="ADAL" clId="{8D2D96CF-1319-4CCC-9EA9-073445628049}" dt="2026-03-16T16:13:01.240" v="1432" actId="478"/>
          <ac:grpSpMkLst>
            <pc:docMk/>
            <pc:sldMk cId="2077614573" sldId="2146848316"/>
            <ac:grpSpMk id="23" creationId="{77F3592F-D463-8558-91D1-AF26484A5B05}"/>
          </ac:grpSpMkLst>
        </pc:grpChg>
        <pc:picChg chg="add del mod">
          <ac:chgData name="Corbin Ferguson" userId="34a864e2-e65e-4cb2-823c-dc28f73f0e40" providerId="ADAL" clId="{8D2D96CF-1319-4CCC-9EA9-073445628049}" dt="2026-03-16T15:45:11.303" v="1349" actId="478"/>
          <ac:picMkLst>
            <pc:docMk/>
            <pc:sldMk cId="2077614573" sldId="2146848316"/>
            <ac:picMk id="5" creationId="{1CAC52FA-C254-5FF7-A91C-88C0A8842080}"/>
          </ac:picMkLst>
        </pc:picChg>
        <pc:picChg chg="add del mod">
          <ac:chgData name="Corbin Ferguson" userId="34a864e2-e65e-4cb2-823c-dc28f73f0e40" providerId="ADAL" clId="{8D2D96CF-1319-4CCC-9EA9-073445628049}" dt="2026-03-16T15:48:04.705" v="1352" actId="478"/>
          <ac:picMkLst>
            <pc:docMk/>
            <pc:sldMk cId="2077614573" sldId="2146848316"/>
            <ac:picMk id="9" creationId="{430551EE-87DD-0553-0AFE-29775E2D2392}"/>
          </ac:picMkLst>
        </pc:picChg>
        <pc:picChg chg="add del mod ord">
          <ac:chgData name="Corbin Ferguson" userId="34a864e2-e65e-4cb2-823c-dc28f73f0e40" providerId="ADAL" clId="{8D2D96CF-1319-4CCC-9EA9-073445628049}" dt="2026-03-16T16:01:51.115" v="1374" actId="338"/>
          <ac:picMkLst>
            <pc:docMk/>
            <pc:sldMk cId="2077614573" sldId="2146848316"/>
            <ac:picMk id="11" creationId="{D14058B6-AC8F-6982-F515-E572E1436816}"/>
          </ac:picMkLst>
        </pc:picChg>
        <pc:picChg chg="del">
          <ac:chgData name="Corbin Ferguson" userId="34a864e2-e65e-4cb2-823c-dc28f73f0e40" providerId="ADAL" clId="{8D2D96CF-1319-4CCC-9EA9-073445628049}" dt="2026-03-16T15:42:39.157" v="1345" actId="478"/>
          <ac:picMkLst>
            <pc:docMk/>
            <pc:sldMk cId="2077614573" sldId="2146848316"/>
            <ac:picMk id="15" creationId="{BACB85A8-B9AD-3E0D-DA82-B68BDCBBD8C9}"/>
          </ac:picMkLst>
        </pc:picChg>
        <pc:picChg chg="add del mod">
          <ac:chgData name="Corbin Ferguson" userId="34a864e2-e65e-4cb2-823c-dc28f73f0e40" providerId="ADAL" clId="{8D2D96CF-1319-4CCC-9EA9-073445628049}" dt="2026-03-16T16:15:39.561" v="1507" actId="478"/>
          <ac:picMkLst>
            <pc:docMk/>
            <pc:sldMk cId="2077614573" sldId="2146848316"/>
            <ac:picMk id="8352" creationId="{ED480CF8-327A-1146-55D3-6EEF1CB4996D}"/>
          </ac:picMkLst>
        </pc:picChg>
        <pc:picChg chg="add del mod ord">
          <ac:chgData name="Corbin Ferguson" userId="34a864e2-e65e-4cb2-823c-dc28f73f0e40" providerId="ADAL" clId="{8D2D96CF-1319-4CCC-9EA9-073445628049}" dt="2026-03-16T16:22:46.609" v="1526" actId="478"/>
          <ac:picMkLst>
            <pc:docMk/>
            <pc:sldMk cId="2077614573" sldId="2146848316"/>
            <ac:picMk id="8354" creationId="{C8A49E57-BF04-273B-0328-EA90A1EE242B}"/>
          </ac:picMkLst>
        </pc:picChg>
        <pc:picChg chg="add del mod">
          <ac:chgData name="Corbin Ferguson" userId="34a864e2-e65e-4cb2-823c-dc28f73f0e40" providerId="ADAL" clId="{8D2D96CF-1319-4CCC-9EA9-073445628049}" dt="2026-03-16T16:15:40.381" v="1509" actId="478"/>
          <ac:picMkLst>
            <pc:docMk/>
            <pc:sldMk cId="2077614573" sldId="2146848316"/>
            <ac:picMk id="8356" creationId="{48AA5230-156E-1B19-834E-65774ADBFB8C}"/>
          </ac:picMkLst>
        </pc:picChg>
        <pc:picChg chg="add del mod ord modCrop">
          <ac:chgData name="Corbin Ferguson" userId="34a864e2-e65e-4cb2-823c-dc28f73f0e40" providerId="ADAL" clId="{8D2D96CF-1319-4CCC-9EA9-073445628049}" dt="2026-03-16T16:38:59.731" v="1543" actId="478"/>
          <ac:picMkLst>
            <pc:docMk/>
            <pc:sldMk cId="2077614573" sldId="2146848316"/>
            <ac:picMk id="8358" creationId="{16C12B4B-667C-C698-8AB7-6A7EAEC39E2E}"/>
          </ac:picMkLst>
        </pc:picChg>
        <pc:picChg chg="add del mod ord">
          <ac:chgData name="Corbin Ferguson" userId="34a864e2-e65e-4cb2-823c-dc28f73f0e40" providerId="ADAL" clId="{8D2D96CF-1319-4CCC-9EA9-073445628049}" dt="2026-03-16T16:45:51.625" v="1557" actId="478"/>
          <ac:picMkLst>
            <pc:docMk/>
            <pc:sldMk cId="2077614573" sldId="2146848316"/>
            <ac:picMk id="8360" creationId="{AA1DB74E-7D0E-154A-067C-B10A6CA3976F}"/>
          </ac:picMkLst>
        </pc:picChg>
        <pc:picChg chg="add del mod ord">
          <ac:chgData name="Corbin Ferguson" userId="34a864e2-e65e-4cb2-823c-dc28f73f0e40" providerId="ADAL" clId="{8D2D96CF-1319-4CCC-9EA9-073445628049}" dt="2026-03-16T17:39:05.796" v="1563" actId="478"/>
          <ac:picMkLst>
            <pc:docMk/>
            <pc:sldMk cId="2077614573" sldId="2146848316"/>
            <ac:picMk id="8362" creationId="{5B32580E-8B7E-FCBF-145C-131D2AA75C68}"/>
          </ac:picMkLst>
        </pc:picChg>
        <pc:picChg chg="add mod">
          <ac:chgData name="Corbin Ferguson" userId="34a864e2-e65e-4cb2-823c-dc28f73f0e40" providerId="ADAL" clId="{8D2D96CF-1319-4CCC-9EA9-073445628049}" dt="2026-03-16T17:39:08.133" v="1564"/>
          <ac:picMkLst>
            <pc:docMk/>
            <pc:sldMk cId="2077614573" sldId="2146848316"/>
            <ac:picMk id="8364" creationId="{619C7DB7-7434-0284-720A-6D16CC9C0D27}"/>
          </ac:picMkLst>
        </pc:picChg>
        <pc:picChg chg="add mod ord">
          <ac:chgData name="Corbin Ferguson" userId="34a864e2-e65e-4cb2-823c-dc28f73f0e40" providerId="ADAL" clId="{8D2D96CF-1319-4CCC-9EA9-073445628049}" dt="2026-03-16T17:39:26.042" v="1566" actId="26606"/>
          <ac:picMkLst>
            <pc:docMk/>
            <pc:sldMk cId="2077614573" sldId="2146848316"/>
            <ac:picMk id="8366" creationId="{60AE9E24-9AB4-5014-B6BD-6F056F5807BA}"/>
          </ac:picMkLst>
        </pc:picChg>
        <pc:picChg chg="mod modVis">
          <ac:chgData name="Corbin Ferguson" userId="34a864e2-e65e-4cb2-823c-dc28f73f0e40" providerId="ADAL" clId="{8D2D96CF-1319-4CCC-9EA9-073445628049}" dt="2026-03-16T16:02:36.808" v="1385" actId="14429"/>
          <ac:picMkLst>
            <pc:docMk/>
            <pc:sldMk cId="2077614573" sldId="2146848316"/>
            <ac:picMk id="8369" creationId="{1432331A-ED63-06D9-B692-FAB1A42D7193}"/>
          </ac:picMkLst>
        </pc:picChg>
        <pc:picChg chg="mod modVis">
          <ac:chgData name="Corbin Ferguson" userId="34a864e2-e65e-4cb2-823c-dc28f73f0e40" providerId="ADAL" clId="{8D2D96CF-1319-4CCC-9EA9-073445628049}" dt="2026-03-16T16:03:39.595" v="1410" actId="14429"/>
          <ac:picMkLst>
            <pc:docMk/>
            <pc:sldMk cId="2077614573" sldId="2146848316"/>
            <ac:picMk id="9150" creationId="{6A9C2A39-93CA-0897-20FA-17DB258118EA}"/>
          </ac:picMkLst>
        </pc:picChg>
        <pc:picChg chg="mod modVis">
          <ac:chgData name="Corbin Ferguson" userId="34a864e2-e65e-4cb2-823c-dc28f73f0e40" providerId="ADAL" clId="{8D2D96CF-1319-4CCC-9EA9-073445628049}" dt="2026-03-16T16:03:38.213" v="1408" actId="14429"/>
          <ac:picMkLst>
            <pc:docMk/>
            <pc:sldMk cId="2077614573" sldId="2146848316"/>
            <ac:picMk id="9151" creationId="{1CE7A485-6D52-9B7E-BB0D-AC43B0B8B90B}"/>
          </ac:picMkLst>
        </pc:picChg>
        <pc:picChg chg="del">
          <ac:chgData name="Corbin Ferguson" userId="34a864e2-e65e-4cb2-823c-dc28f73f0e40" providerId="ADAL" clId="{8D2D96CF-1319-4CCC-9EA9-073445628049}" dt="2026-03-16T16:13:38.282" v="1461" actId="478"/>
          <ac:picMkLst>
            <pc:docMk/>
            <pc:sldMk cId="2077614573" sldId="2146848316"/>
            <ac:picMk id="10119" creationId="{DA93CEAA-2052-B167-8E52-151AAB275CE4}"/>
          </ac:picMkLst>
        </pc:picChg>
        <pc:picChg chg="del">
          <ac:chgData name="Corbin Ferguson" userId="34a864e2-e65e-4cb2-823c-dc28f73f0e40" providerId="ADAL" clId="{8D2D96CF-1319-4CCC-9EA9-073445628049}" dt="2026-03-16T16:13:38.282" v="1461" actId="478"/>
          <ac:picMkLst>
            <pc:docMk/>
            <pc:sldMk cId="2077614573" sldId="2146848316"/>
            <ac:picMk id="10120" creationId="{8A73F059-DDA2-3BEC-5638-7DA80C4F1400}"/>
          </ac:picMkLst>
        </pc:picChg>
        <pc:picChg chg="add del mod">
          <ac:chgData name="Corbin Ferguson" userId="34a864e2-e65e-4cb2-823c-dc28f73f0e40" providerId="ADAL" clId="{8D2D96CF-1319-4CCC-9EA9-073445628049}" dt="2026-03-16T16:13:02.319" v="1435" actId="22"/>
          <ac:picMkLst>
            <pc:docMk/>
            <pc:sldMk cId="2077614573" sldId="2146848316"/>
            <ac:picMk id="10908" creationId="{5BBDBB99-399A-3E78-8D76-C542D48741AD}"/>
          </ac:picMkLst>
        </pc:picChg>
        <pc:picChg chg="add del mod">
          <ac:chgData name="Corbin Ferguson" userId="34a864e2-e65e-4cb2-823c-dc28f73f0e40" providerId="ADAL" clId="{8D2D96CF-1319-4CCC-9EA9-073445628049}" dt="2026-03-16T16:15:39.901" v="1508" actId="478"/>
          <ac:picMkLst>
            <pc:docMk/>
            <pc:sldMk cId="2077614573" sldId="2146848316"/>
            <ac:picMk id="10910" creationId="{9D937817-7381-1FE2-843B-1E01F2130801}"/>
          </ac:picMkLst>
        </pc:picChg>
      </pc:sldChg>
      <pc:sldChg chg="addSp delSp modSp add mod">
        <pc:chgData name="Corbin Ferguson" userId="34a864e2-e65e-4cb2-823c-dc28f73f0e40" providerId="ADAL" clId="{8D2D96CF-1319-4CCC-9EA9-073445628049}" dt="2026-03-16T16:46:09.342" v="1562" actId="26606"/>
        <pc:sldMkLst>
          <pc:docMk/>
          <pc:sldMk cId="1692918807" sldId="2146848317"/>
        </pc:sldMkLst>
        <pc:spChg chg="mod">
          <ac:chgData name="Corbin Ferguson" userId="34a864e2-e65e-4cb2-823c-dc28f73f0e40" providerId="ADAL" clId="{8D2D96CF-1319-4CCC-9EA9-073445628049}" dt="2026-03-16T16:16:24.772" v="1525" actId="20577"/>
          <ac:spMkLst>
            <pc:docMk/>
            <pc:sldMk cId="1692918807" sldId="2146848317"/>
            <ac:spMk id="2" creationId="{5EBCB58C-1369-EDD7-5D5E-7C1E1415DB2E}"/>
          </ac:spMkLst>
        </pc:spChg>
        <pc:picChg chg="add del mod ord">
          <ac:chgData name="Corbin Ferguson" userId="34a864e2-e65e-4cb2-823c-dc28f73f0e40" providerId="ADAL" clId="{8D2D96CF-1319-4CCC-9EA9-073445628049}" dt="2026-03-16T16:46:03.814" v="1560" actId="478"/>
          <ac:picMkLst>
            <pc:docMk/>
            <pc:sldMk cId="1692918807" sldId="2146848317"/>
            <ac:picMk id="5" creationId="{3B859A28-2ACE-A4B7-DEC7-316954D7B566}"/>
          </ac:picMkLst>
        </pc:picChg>
        <pc:picChg chg="add mod ord">
          <ac:chgData name="Corbin Ferguson" userId="34a864e2-e65e-4cb2-823c-dc28f73f0e40" providerId="ADAL" clId="{8D2D96CF-1319-4CCC-9EA9-073445628049}" dt="2026-03-16T16:46:09.342" v="1562" actId="26606"/>
          <ac:picMkLst>
            <pc:docMk/>
            <pc:sldMk cId="1692918807" sldId="2146848317"/>
            <ac:picMk id="9" creationId="{A889D74E-A641-8FCA-9F55-93231CDB546D}"/>
          </ac:picMkLst>
        </pc:picChg>
        <pc:picChg chg="del mod">
          <ac:chgData name="Corbin Ferguson" userId="34a864e2-e65e-4cb2-823c-dc28f73f0e40" providerId="ADAL" clId="{8D2D96CF-1319-4CCC-9EA9-073445628049}" dt="2026-03-16T16:42:30.470" v="1553" actId="478"/>
          <ac:picMkLst>
            <pc:docMk/>
            <pc:sldMk cId="1692918807" sldId="2146848317"/>
            <ac:picMk id="8352" creationId="{80F05C8E-9631-A510-8677-5DD7385BC4AE}"/>
          </ac:picMkLst>
        </pc:picChg>
        <pc:picChg chg="del">
          <ac:chgData name="Corbin Ferguson" userId="34a864e2-e65e-4cb2-823c-dc28f73f0e40" providerId="ADAL" clId="{8D2D96CF-1319-4CCC-9EA9-073445628049}" dt="2026-03-16T16:15:22.910" v="1499" actId="478"/>
          <ac:picMkLst>
            <pc:docMk/>
            <pc:sldMk cId="1692918807" sldId="2146848317"/>
            <ac:picMk id="8354" creationId="{E90019A8-76BA-2ED0-32B4-272D74BDE709}"/>
          </ac:picMkLst>
        </pc:picChg>
        <pc:picChg chg="del mod">
          <ac:chgData name="Corbin Ferguson" userId="34a864e2-e65e-4cb2-823c-dc28f73f0e40" providerId="ADAL" clId="{8D2D96CF-1319-4CCC-9EA9-073445628049}" dt="2026-03-16T16:42:30.820" v="1554" actId="478"/>
          <ac:picMkLst>
            <pc:docMk/>
            <pc:sldMk cId="1692918807" sldId="2146848317"/>
            <ac:picMk id="8356" creationId="{D199DA8A-A808-1059-BF00-DD0A3C6CA781}"/>
          </ac:picMkLst>
        </pc:picChg>
        <pc:picChg chg="del mod">
          <ac:chgData name="Corbin Ferguson" userId="34a864e2-e65e-4cb2-823c-dc28f73f0e40" providerId="ADAL" clId="{8D2D96CF-1319-4CCC-9EA9-073445628049}" dt="2026-03-16T16:42:30.138" v="1552" actId="478"/>
          <ac:picMkLst>
            <pc:docMk/>
            <pc:sldMk cId="1692918807" sldId="2146848317"/>
            <ac:picMk id="10910" creationId="{5EB4AF2A-E1DF-5181-7810-0E4B05E08A25}"/>
          </ac:picMkLst>
        </pc:picChg>
      </pc:sldChg>
      <pc:sldChg chg="addSp delSp modSp add mod modTransition delAnim modAnim">
        <pc:chgData name="Corbin Ferguson" userId="34a864e2-e65e-4cb2-823c-dc28f73f0e40" providerId="ADAL" clId="{8D2D96CF-1319-4CCC-9EA9-073445628049}" dt="2026-03-16T20:58:06.345" v="2029" actId="1035"/>
        <pc:sldMkLst>
          <pc:docMk/>
          <pc:sldMk cId="3831013115" sldId="2146848318"/>
        </pc:sldMkLst>
        <pc:spChg chg="mod">
          <ac:chgData name="Corbin Ferguson" userId="34a864e2-e65e-4cb2-823c-dc28f73f0e40" providerId="ADAL" clId="{8D2D96CF-1319-4CCC-9EA9-073445628049}" dt="2026-03-16T20:06:27.829" v="1625" actId="20577"/>
          <ac:spMkLst>
            <pc:docMk/>
            <pc:sldMk cId="3831013115" sldId="2146848318"/>
            <ac:spMk id="2" creationId="{C6FD6CC9-4051-8C8E-6F53-6558CC8D4A8F}"/>
          </ac:spMkLst>
        </pc:spChg>
        <pc:spChg chg="del">
          <ac:chgData name="Corbin Ferguson" userId="34a864e2-e65e-4cb2-823c-dc28f73f0e40" providerId="ADAL" clId="{8D2D96CF-1319-4CCC-9EA9-073445628049}" dt="2026-03-16T20:05:05.817" v="1598" actId="478"/>
          <ac:spMkLst>
            <pc:docMk/>
            <pc:sldMk cId="3831013115" sldId="2146848318"/>
            <ac:spMk id="3" creationId="{FA7BB05D-74E8-FD1A-F596-C0FBAB1002C2}"/>
          </ac:spMkLst>
        </pc:spChg>
        <pc:spChg chg="add del mod">
          <ac:chgData name="Corbin Ferguson" userId="34a864e2-e65e-4cb2-823c-dc28f73f0e40" providerId="ADAL" clId="{8D2D96CF-1319-4CCC-9EA9-073445628049}" dt="2026-03-16T20:38:42.029" v="1914" actId="478"/>
          <ac:spMkLst>
            <pc:docMk/>
            <pc:sldMk cId="3831013115" sldId="2146848318"/>
            <ac:spMk id="9" creationId="{A9535BEC-4949-27A6-BC75-04F113251855}"/>
          </ac:spMkLst>
        </pc:spChg>
        <pc:spChg chg="add mod">
          <ac:chgData name="Corbin Ferguson" userId="34a864e2-e65e-4cb2-823c-dc28f73f0e40" providerId="ADAL" clId="{8D2D96CF-1319-4CCC-9EA9-073445628049}" dt="2026-03-16T20:58:06.345" v="2029" actId="1035"/>
          <ac:spMkLst>
            <pc:docMk/>
            <pc:sldMk cId="3831013115" sldId="2146848318"/>
            <ac:spMk id="11" creationId="{C63E6493-7963-69F9-0E49-FBFB34C98CC6}"/>
          </ac:spMkLst>
        </pc:spChg>
        <pc:picChg chg="add mod">
          <ac:chgData name="Corbin Ferguson" userId="34a864e2-e65e-4cb2-823c-dc28f73f0e40" providerId="ADAL" clId="{8D2D96CF-1319-4CCC-9EA9-073445628049}" dt="2026-03-16T20:34:20.415" v="1854"/>
          <ac:picMkLst>
            <pc:docMk/>
            <pc:sldMk cId="3831013115" sldId="2146848318"/>
            <ac:picMk id="5" creationId="{D3A01971-F695-BDED-3EBA-C707EA559E2A}"/>
          </ac:picMkLst>
        </pc:picChg>
        <pc:picChg chg="add del mod ord modVis">
          <ac:chgData name="Corbin Ferguson" userId="34a864e2-e65e-4cb2-823c-dc28f73f0e40" providerId="ADAL" clId="{8D2D96CF-1319-4CCC-9EA9-073445628049}" dt="2026-03-16T20:48:04.603" v="1961" actId="478"/>
          <ac:picMkLst>
            <pc:docMk/>
            <pc:sldMk cId="3831013115" sldId="2146848318"/>
            <ac:picMk id="6" creationId="{A90F5D03-9F6A-ED0B-1CF7-9BD05CC11130}"/>
          </ac:picMkLst>
        </pc:picChg>
        <pc:picChg chg="add mod ord modCrop">
          <ac:chgData name="Corbin Ferguson" userId="34a864e2-e65e-4cb2-823c-dc28f73f0e40" providerId="ADAL" clId="{8D2D96CF-1319-4CCC-9EA9-073445628049}" dt="2026-03-16T20:54:25.304" v="2000" actId="14100"/>
          <ac:picMkLst>
            <pc:docMk/>
            <pc:sldMk cId="3831013115" sldId="2146848318"/>
            <ac:picMk id="10" creationId="{36552AD4-E539-C4C4-F016-02E1B6D7EFCF}"/>
          </ac:picMkLst>
        </pc:picChg>
        <pc:picChg chg="mod ord modVis modCrop">
          <ac:chgData name="Corbin Ferguson" userId="34a864e2-e65e-4cb2-823c-dc28f73f0e40" providerId="ADAL" clId="{8D2D96CF-1319-4CCC-9EA9-073445628049}" dt="2026-03-16T20:58:06.345" v="2029" actId="1035"/>
          <ac:picMkLst>
            <pc:docMk/>
            <pc:sldMk cId="3831013115" sldId="2146848318"/>
            <ac:picMk id="15" creationId="{5956B2B1-2846-2DBE-61A6-5C404403D377}"/>
          </ac:picMkLst>
        </pc:picChg>
      </pc:sldChg>
      <pc:sldChg chg="addSp delSp modSp add mod ord modAnim">
        <pc:chgData name="Corbin Ferguson" userId="34a864e2-e65e-4cb2-823c-dc28f73f0e40" providerId="ADAL" clId="{8D2D96CF-1319-4CCC-9EA9-073445628049}" dt="2026-03-16T20:28:00.671" v="1805"/>
        <pc:sldMkLst>
          <pc:docMk/>
          <pc:sldMk cId="3493033771" sldId="2146848319"/>
        </pc:sldMkLst>
        <pc:spChg chg="mod">
          <ac:chgData name="Corbin Ferguson" userId="34a864e2-e65e-4cb2-823c-dc28f73f0e40" providerId="ADAL" clId="{8D2D96CF-1319-4CCC-9EA9-073445628049}" dt="2026-03-16T20:18:32.158" v="1713" actId="1076"/>
          <ac:spMkLst>
            <pc:docMk/>
            <pc:sldMk cId="3493033771" sldId="2146848319"/>
            <ac:spMk id="3" creationId="{ED261959-73BE-AC8F-A9DA-6CAEF5E9BB95}"/>
          </ac:spMkLst>
        </pc:spChg>
        <pc:picChg chg="add del mod">
          <ac:chgData name="Corbin Ferguson" userId="34a864e2-e65e-4cb2-823c-dc28f73f0e40" providerId="ADAL" clId="{8D2D96CF-1319-4CCC-9EA9-073445628049}" dt="2026-03-16T20:16:25.287" v="1699" actId="22"/>
          <ac:picMkLst>
            <pc:docMk/>
            <pc:sldMk cId="3493033771" sldId="2146848319"/>
            <ac:picMk id="6" creationId="{1B800A62-C9CF-F197-C3C4-1B88AD96D848}"/>
          </ac:picMkLst>
        </pc:picChg>
        <pc:picChg chg="add del">
          <ac:chgData name="Corbin Ferguson" userId="34a864e2-e65e-4cb2-823c-dc28f73f0e40" providerId="ADAL" clId="{8D2D96CF-1319-4CCC-9EA9-073445628049}" dt="2026-03-16T20:16:25.821" v="1700" actId="478"/>
          <ac:picMkLst>
            <pc:docMk/>
            <pc:sldMk cId="3493033771" sldId="2146848319"/>
            <ac:picMk id="15" creationId="{D209E713-11DD-16BC-02AC-C8F52F87573B}"/>
          </ac:picMkLst>
        </pc:picChg>
        <pc:picChg chg="add mod">
          <ac:chgData name="Corbin Ferguson" userId="34a864e2-e65e-4cb2-823c-dc28f73f0e40" providerId="ADAL" clId="{8D2D96CF-1319-4CCC-9EA9-073445628049}" dt="2026-03-16T20:17:35.362" v="1711" actId="962"/>
          <ac:picMkLst>
            <pc:docMk/>
            <pc:sldMk cId="3493033771" sldId="2146848319"/>
            <ac:picMk id="10242" creationId="{461CD87D-B8E2-EBAC-C16F-E56594D3F499}"/>
          </ac:picMkLst>
        </pc:picChg>
      </pc:sldChg>
      <pc:sldChg chg="addSp delSp modSp new del mod modTransition modClrScheme chgLayout">
        <pc:chgData name="Corbin Ferguson" userId="34a864e2-e65e-4cb2-823c-dc28f73f0e40" providerId="ADAL" clId="{8D2D96CF-1319-4CCC-9EA9-073445628049}" dt="2026-03-16T20:23:33.104" v="1770" actId="2696"/>
        <pc:sldMkLst>
          <pc:docMk/>
          <pc:sldMk cId="1273764086" sldId="2146848320"/>
        </pc:sldMkLst>
        <pc:spChg chg="mod">
          <ac:chgData name="Corbin Ferguson" userId="34a864e2-e65e-4cb2-823c-dc28f73f0e40" providerId="ADAL" clId="{8D2D96CF-1319-4CCC-9EA9-073445628049}" dt="2026-03-16T20:08:58.922" v="1661" actId="20577"/>
          <ac:spMkLst>
            <pc:docMk/>
            <pc:sldMk cId="1273764086" sldId="2146848320"/>
            <ac:spMk id="2" creationId="{3FF556C6-C6F3-4F87-F431-44AF492D1490}"/>
          </ac:spMkLst>
        </pc:spChg>
        <pc:spChg chg="del">
          <ac:chgData name="Corbin Ferguson" userId="34a864e2-e65e-4cb2-823c-dc28f73f0e40" providerId="ADAL" clId="{8D2D96CF-1319-4CCC-9EA9-073445628049}" dt="2026-03-16T20:07:56.499" v="1635" actId="478"/>
          <ac:spMkLst>
            <pc:docMk/>
            <pc:sldMk cId="1273764086" sldId="2146848320"/>
            <ac:spMk id="3" creationId="{1CDC32B6-E4A1-267F-8C8F-73F879CA15C1}"/>
          </ac:spMkLst>
        </pc:spChg>
        <pc:spChg chg="mod">
          <ac:chgData name="Corbin Ferguson" userId="34a864e2-e65e-4cb2-823c-dc28f73f0e40" providerId="ADAL" clId="{8D2D96CF-1319-4CCC-9EA9-073445628049}" dt="2026-03-16T20:08:53.199" v="1652" actId="26606"/>
          <ac:spMkLst>
            <pc:docMk/>
            <pc:sldMk cId="1273764086" sldId="2146848320"/>
            <ac:spMk id="4" creationId="{CC58F1BF-F4DC-9174-D688-5197602569A5}"/>
          </ac:spMkLst>
        </pc:spChg>
        <pc:spChg chg="mod">
          <ac:chgData name="Corbin Ferguson" userId="34a864e2-e65e-4cb2-823c-dc28f73f0e40" providerId="ADAL" clId="{8D2D96CF-1319-4CCC-9EA9-073445628049}" dt="2026-03-16T20:08:53.199" v="1652" actId="26606"/>
          <ac:spMkLst>
            <pc:docMk/>
            <pc:sldMk cId="1273764086" sldId="2146848320"/>
            <ac:spMk id="5" creationId="{C177D47D-26ED-1097-B0B0-8511A0373FCF}"/>
          </ac:spMkLst>
        </pc:spChg>
        <pc:spChg chg="mod">
          <ac:chgData name="Corbin Ferguson" userId="34a864e2-e65e-4cb2-823c-dc28f73f0e40" providerId="ADAL" clId="{8D2D96CF-1319-4CCC-9EA9-073445628049}" dt="2026-03-16T20:08:53.199" v="1652" actId="26606"/>
          <ac:spMkLst>
            <pc:docMk/>
            <pc:sldMk cId="1273764086" sldId="2146848320"/>
            <ac:spMk id="6" creationId="{BD2E2879-AE0A-BC28-AA74-F77010345B5C}"/>
          </ac:spMkLst>
        </pc:spChg>
        <pc:spChg chg="del">
          <ac:chgData name="Corbin Ferguson" userId="34a864e2-e65e-4cb2-823c-dc28f73f0e40" providerId="ADAL" clId="{8D2D96CF-1319-4CCC-9EA9-073445628049}" dt="2026-03-16T20:07:55.485" v="1634" actId="478"/>
          <ac:spMkLst>
            <pc:docMk/>
            <pc:sldMk cId="1273764086" sldId="2146848320"/>
            <ac:spMk id="7" creationId="{E2E2C671-C5B3-D45A-4830-7022C8A74ABB}"/>
          </ac:spMkLst>
        </pc:spChg>
        <pc:picChg chg="add del mod ord">
          <ac:chgData name="Corbin Ferguson" userId="34a864e2-e65e-4cb2-823c-dc28f73f0e40" providerId="ADAL" clId="{8D2D96CF-1319-4CCC-9EA9-073445628049}" dt="2026-03-16T20:23:30.407" v="1769" actId="21"/>
          <ac:picMkLst>
            <pc:docMk/>
            <pc:sldMk cId="1273764086" sldId="2146848320"/>
            <ac:picMk id="9" creationId="{6A2D6E58-7219-5B27-BB56-A33060C076CA}"/>
          </ac:picMkLst>
        </pc:picChg>
      </pc:sldChg>
      <pc:sldChg chg="addSp delSp modSp add del mod ord modTransition delAnim">
        <pc:chgData name="Corbin Ferguson" userId="34a864e2-e65e-4cb2-823c-dc28f73f0e40" providerId="ADAL" clId="{8D2D96CF-1319-4CCC-9EA9-073445628049}" dt="2026-03-16T20:31:23.737" v="1820" actId="2696"/>
        <pc:sldMkLst>
          <pc:docMk/>
          <pc:sldMk cId="3845007870" sldId="2146848321"/>
        </pc:sldMkLst>
        <pc:spChg chg="del">
          <ac:chgData name="Corbin Ferguson" userId="34a864e2-e65e-4cb2-823c-dc28f73f0e40" providerId="ADAL" clId="{8D2D96CF-1319-4CCC-9EA9-073445628049}" dt="2026-03-16T20:19:36.941" v="1721" actId="478"/>
          <ac:spMkLst>
            <pc:docMk/>
            <pc:sldMk cId="3845007870" sldId="2146848321"/>
            <ac:spMk id="3" creationId="{5BBD0DA6-64AC-B620-3CCA-F230B73FC9EC}"/>
          </ac:spMkLst>
        </pc:spChg>
        <pc:picChg chg="add del mod">
          <ac:chgData name="Corbin Ferguson" userId="34a864e2-e65e-4cb2-823c-dc28f73f0e40" providerId="ADAL" clId="{8D2D96CF-1319-4CCC-9EA9-073445628049}" dt="2026-03-16T20:26:07.031" v="1785" actId="478"/>
          <ac:picMkLst>
            <pc:docMk/>
            <pc:sldMk cId="3845007870" sldId="2146848321"/>
            <ac:picMk id="5" creationId="{906F1959-4BEB-93A8-2053-028869BA4669}"/>
          </ac:picMkLst>
        </pc:picChg>
        <pc:picChg chg="del">
          <ac:chgData name="Corbin Ferguson" userId="34a864e2-e65e-4cb2-823c-dc28f73f0e40" providerId="ADAL" clId="{8D2D96CF-1319-4CCC-9EA9-073445628049}" dt="2026-03-16T20:22:53.685" v="1767" actId="478"/>
          <ac:picMkLst>
            <pc:docMk/>
            <pc:sldMk cId="3845007870" sldId="2146848321"/>
            <ac:picMk id="15" creationId="{AFE6C1CC-E254-65E5-1018-8A1D8CE76641}"/>
          </ac:picMkLst>
        </pc:picChg>
        <pc:picChg chg="mod">
          <ac:chgData name="Corbin Ferguson" userId="34a864e2-e65e-4cb2-823c-dc28f73f0e40" providerId="ADAL" clId="{8D2D96CF-1319-4CCC-9EA9-073445628049}" dt="2026-03-16T20:30:33.896" v="1817" actId="14100"/>
          <ac:picMkLst>
            <pc:docMk/>
            <pc:sldMk cId="3845007870" sldId="2146848321"/>
            <ac:picMk id="10242" creationId="{CAFB99A3-B0BD-025E-F01B-2778A840C59D}"/>
          </ac:picMkLst>
        </pc:picChg>
      </pc:sldChg>
      <pc:sldChg chg="addSp delSp modSp add mod modTransition modAnim">
        <pc:chgData name="Corbin Ferguson" userId="34a864e2-e65e-4cb2-823c-dc28f73f0e40" providerId="ADAL" clId="{8D2D96CF-1319-4CCC-9EA9-073445628049}" dt="2026-03-16T20:36:46.428" v="1904"/>
        <pc:sldMkLst>
          <pc:docMk/>
          <pc:sldMk cId="462985986" sldId="2146848322"/>
        </pc:sldMkLst>
        <pc:spChg chg="add mod ord">
          <ac:chgData name="Corbin Ferguson" userId="34a864e2-e65e-4cb2-823c-dc28f73f0e40" providerId="ADAL" clId="{8D2D96CF-1319-4CCC-9EA9-073445628049}" dt="2026-03-16T20:33:20.740" v="1836" actId="13244"/>
          <ac:spMkLst>
            <pc:docMk/>
            <pc:sldMk cId="462985986" sldId="2146848322"/>
            <ac:spMk id="6" creationId="{F97ADB1C-4CC1-050A-F7E0-C59FABA26D8C}"/>
          </ac:spMkLst>
        </pc:spChg>
        <pc:picChg chg="add del mod">
          <ac:chgData name="Corbin Ferguson" userId="34a864e2-e65e-4cb2-823c-dc28f73f0e40" providerId="ADAL" clId="{8D2D96CF-1319-4CCC-9EA9-073445628049}" dt="2026-03-16T20:24:44.714" v="1777" actId="478"/>
          <ac:picMkLst>
            <pc:docMk/>
            <pc:sldMk cId="462985986" sldId="2146848322"/>
            <ac:picMk id="3" creationId="{5EE884B0-0BCB-EC26-9B66-4AE2AEFF4D8A}"/>
          </ac:picMkLst>
        </pc:picChg>
        <pc:picChg chg="add mod modVis">
          <ac:chgData name="Corbin Ferguson" userId="34a864e2-e65e-4cb2-823c-dc28f73f0e40" providerId="ADAL" clId="{8D2D96CF-1319-4CCC-9EA9-073445628049}" dt="2026-03-16T20:36:12.514" v="1900" actId="14429"/>
          <ac:picMkLst>
            <pc:docMk/>
            <pc:sldMk cId="462985986" sldId="2146848322"/>
            <ac:picMk id="5" creationId="{771B8AC6-311F-3E75-33C2-615158918A8C}"/>
          </ac:picMkLst>
        </pc:picChg>
        <pc:picChg chg="add del mod">
          <ac:chgData name="Corbin Ferguson" userId="34a864e2-e65e-4cb2-823c-dc28f73f0e40" providerId="ADAL" clId="{8D2D96CF-1319-4CCC-9EA9-073445628049}" dt="2026-03-16T20:26:02.606" v="1783" actId="478"/>
          <ac:picMkLst>
            <pc:docMk/>
            <pc:sldMk cId="462985986" sldId="2146848322"/>
            <ac:picMk id="9" creationId="{6A2D6E58-7219-5B27-BB56-A33060C076CA}"/>
          </ac:picMkLst>
        </pc:picChg>
        <pc:picChg chg="add mod modCrop">
          <ac:chgData name="Corbin Ferguson" userId="34a864e2-e65e-4cb2-823c-dc28f73f0e40" providerId="ADAL" clId="{8D2D96CF-1319-4CCC-9EA9-073445628049}" dt="2026-03-16T20:33:42.403" v="1850" actId="962"/>
          <ac:picMkLst>
            <pc:docMk/>
            <pc:sldMk cId="462985986" sldId="2146848322"/>
            <ac:picMk id="10" creationId="{A8BD3308-9470-9AF2-87BA-D34E2A93E67A}"/>
          </ac:picMkLst>
        </pc:picChg>
        <pc:picChg chg="mod modVis">
          <ac:chgData name="Corbin Ferguson" userId="34a864e2-e65e-4cb2-823c-dc28f73f0e40" providerId="ADAL" clId="{8D2D96CF-1319-4CCC-9EA9-073445628049}" dt="2026-03-16T20:36:24.671" v="1902" actId="14429"/>
          <ac:picMkLst>
            <pc:docMk/>
            <pc:sldMk cId="462985986" sldId="2146848322"/>
            <ac:picMk id="10242" creationId="{F222EBA9-47DB-A494-0A25-7CD0A39D0D61}"/>
          </ac:picMkLst>
        </pc:picChg>
      </pc:sldChg>
      <pc:sldChg chg="addSp delSp modSp add mod ord delAnim modAnim">
        <pc:chgData name="Corbin Ferguson" userId="34a864e2-e65e-4cb2-823c-dc28f73f0e40" providerId="ADAL" clId="{8D2D96CF-1319-4CCC-9EA9-073445628049}" dt="2026-03-16T20:55:06.654" v="2002" actId="732"/>
        <pc:sldMkLst>
          <pc:docMk/>
          <pc:sldMk cId="1670292182" sldId="2146848323"/>
        </pc:sldMkLst>
        <pc:spChg chg="add del">
          <ac:chgData name="Corbin Ferguson" userId="34a864e2-e65e-4cb2-823c-dc28f73f0e40" providerId="ADAL" clId="{8D2D96CF-1319-4CCC-9EA9-073445628049}" dt="2026-03-16T20:40:01.898" v="1920" actId="22"/>
          <ac:spMkLst>
            <pc:docMk/>
            <pc:sldMk cId="1670292182" sldId="2146848323"/>
            <ac:spMk id="5" creationId="{5DD8D43C-2C75-F7BC-6ABC-1D0F71EF9248}"/>
          </ac:spMkLst>
        </pc:spChg>
        <pc:spChg chg="add del">
          <ac:chgData name="Corbin Ferguson" userId="34a864e2-e65e-4cb2-823c-dc28f73f0e40" providerId="ADAL" clId="{8D2D96CF-1319-4CCC-9EA9-073445628049}" dt="2026-03-16T20:40:07.307" v="1922" actId="22"/>
          <ac:spMkLst>
            <pc:docMk/>
            <pc:sldMk cId="1670292182" sldId="2146848323"/>
            <ac:spMk id="10" creationId="{8937C66F-EC84-6131-1D2B-76A6DB09A7BF}"/>
          </ac:spMkLst>
        </pc:spChg>
        <pc:spChg chg="add mod">
          <ac:chgData name="Corbin Ferguson" userId="34a864e2-e65e-4cb2-823c-dc28f73f0e40" providerId="ADAL" clId="{8D2D96CF-1319-4CCC-9EA9-073445628049}" dt="2026-03-16T20:44:01.003" v="1951" actId="207"/>
          <ac:spMkLst>
            <pc:docMk/>
            <pc:sldMk cId="1670292182" sldId="2146848323"/>
            <ac:spMk id="11" creationId="{BBDD576A-A414-9915-960B-C7192C1A13D8}"/>
          </ac:spMkLst>
        </pc:spChg>
        <pc:spChg chg="add del mod">
          <ac:chgData name="Corbin Ferguson" userId="34a864e2-e65e-4cb2-823c-dc28f73f0e40" providerId="ADAL" clId="{8D2D96CF-1319-4CCC-9EA9-073445628049}" dt="2026-03-16T20:52:37.621" v="1985" actId="478"/>
          <ac:spMkLst>
            <pc:docMk/>
            <pc:sldMk cId="1670292182" sldId="2146848323"/>
            <ac:spMk id="12" creationId="{CC8204E8-E13C-33EB-CF24-007E48F2438C}"/>
          </ac:spMkLst>
        </pc:spChg>
        <pc:picChg chg="mod ord">
          <ac:chgData name="Corbin Ferguson" userId="34a864e2-e65e-4cb2-823c-dc28f73f0e40" providerId="ADAL" clId="{8D2D96CF-1319-4CCC-9EA9-073445628049}" dt="2026-03-16T20:42:31.830" v="1945" actId="13244"/>
          <ac:picMkLst>
            <pc:docMk/>
            <pc:sldMk cId="1670292182" sldId="2146848323"/>
            <ac:picMk id="6" creationId="{BF17B26E-CEBE-31E2-A928-A78B0BE175DA}"/>
          </ac:picMkLst>
        </pc:picChg>
        <pc:picChg chg="del">
          <ac:chgData name="Corbin Ferguson" userId="34a864e2-e65e-4cb2-823c-dc28f73f0e40" providerId="ADAL" clId="{8D2D96CF-1319-4CCC-9EA9-073445628049}" dt="2026-03-16T20:39:55.286" v="1918" actId="478"/>
          <ac:picMkLst>
            <pc:docMk/>
            <pc:sldMk cId="1670292182" sldId="2146848323"/>
            <ac:picMk id="15" creationId="{5CF8EE59-9274-2241-AA34-8B93965B0C2A}"/>
          </ac:picMkLst>
        </pc:picChg>
        <pc:picChg chg="add del mod">
          <ac:chgData name="Corbin Ferguson" userId="34a864e2-e65e-4cb2-823c-dc28f73f0e40" providerId="ADAL" clId="{8D2D96CF-1319-4CCC-9EA9-073445628049}" dt="2026-03-16T20:42:00.476" v="1934" actId="478"/>
          <ac:picMkLst>
            <pc:docMk/>
            <pc:sldMk cId="1670292182" sldId="2146848323"/>
            <ac:picMk id="11266" creationId="{917D32E0-211F-D44A-4E32-8791EF34FFEE}"/>
          </ac:picMkLst>
        </pc:picChg>
        <pc:picChg chg="add mod modCrop">
          <ac:chgData name="Corbin Ferguson" userId="34a864e2-e65e-4cb2-823c-dc28f73f0e40" providerId="ADAL" clId="{8D2D96CF-1319-4CCC-9EA9-073445628049}" dt="2026-03-16T20:55:06.654" v="2002" actId="732"/>
          <ac:picMkLst>
            <pc:docMk/>
            <pc:sldMk cId="1670292182" sldId="2146848323"/>
            <ac:picMk id="11268" creationId="{14AE5F5A-6C88-0F58-A592-0FB668BF99DA}"/>
          </ac:picMkLst>
        </pc:picChg>
      </pc:sldChg>
      <pc:sldChg chg="addSp delSp modSp add mod delAnim modAnim">
        <pc:chgData name="Corbin Ferguson" userId="34a864e2-e65e-4cb2-823c-dc28f73f0e40" providerId="ADAL" clId="{8D2D96CF-1319-4CCC-9EA9-073445628049}" dt="2026-03-16T21:01:16.352" v="2046"/>
        <pc:sldMkLst>
          <pc:docMk/>
          <pc:sldMk cId="2455060311" sldId="2146848324"/>
        </pc:sldMkLst>
        <pc:spChg chg="add mod">
          <ac:chgData name="Corbin Ferguson" userId="34a864e2-e65e-4cb2-823c-dc28f73f0e40" providerId="ADAL" clId="{8D2D96CF-1319-4CCC-9EA9-073445628049}" dt="2026-03-16T20:58:38.750" v="2043" actId="14100"/>
          <ac:spMkLst>
            <pc:docMk/>
            <pc:sldMk cId="2455060311" sldId="2146848324"/>
            <ac:spMk id="6" creationId="{A38A10BF-2126-40C7-FAE5-7BBF6C867EF1}"/>
          </ac:spMkLst>
        </pc:spChg>
        <pc:spChg chg="del">
          <ac:chgData name="Corbin Ferguson" userId="34a864e2-e65e-4cb2-823c-dc28f73f0e40" providerId="ADAL" clId="{8D2D96CF-1319-4CCC-9EA9-073445628049}" dt="2026-03-16T20:55:50.301" v="2006" actId="478"/>
          <ac:spMkLst>
            <pc:docMk/>
            <pc:sldMk cId="2455060311" sldId="2146848324"/>
            <ac:spMk id="11" creationId="{9C0ECDBE-0763-C450-3DCA-C286F0A0A27A}"/>
          </ac:spMkLst>
        </pc:spChg>
        <pc:picChg chg="add mod">
          <ac:chgData name="Corbin Ferguson" userId="34a864e2-e65e-4cb2-823c-dc28f73f0e40" providerId="ADAL" clId="{8D2D96CF-1319-4CCC-9EA9-073445628049}" dt="2026-03-16T20:57:53.186" v="2021" actId="14100"/>
          <ac:picMkLst>
            <pc:docMk/>
            <pc:sldMk cId="2455060311" sldId="2146848324"/>
            <ac:picMk id="5" creationId="{BE5C2147-6B8C-1D93-D1D8-4113A963D2D0}"/>
          </ac:picMkLst>
        </pc:picChg>
        <pc:picChg chg="del">
          <ac:chgData name="Corbin Ferguson" userId="34a864e2-e65e-4cb2-823c-dc28f73f0e40" providerId="ADAL" clId="{8D2D96CF-1319-4CCC-9EA9-073445628049}" dt="2026-03-16T20:55:47.366" v="2005" actId="478"/>
          <ac:picMkLst>
            <pc:docMk/>
            <pc:sldMk cId="2455060311" sldId="2146848324"/>
            <ac:picMk id="10" creationId="{54360C4F-9744-9D0A-7526-A62F5CBBD343}"/>
          </ac:picMkLst>
        </pc:picChg>
        <pc:picChg chg="mod">
          <ac:chgData name="Corbin Ferguson" userId="34a864e2-e65e-4cb2-823c-dc28f73f0e40" providerId="ADAL" clId="{8D2D96CF-1319-4CCC-9EA9-073445628049}" dt="2026-03-16T20:58:13.772" v="2039" actId="14100"/>
          <ac:picMkLst>
            <pc:docMk/>
            <pc:sldMk cId="2455060311" sldId="2146848324"/>
            <ac:picMk id="15" creationId="{17752B2B-1B72-2430-A670-818B3CCFD41D}"/>
          </ac:picMkLst>
        </pc:picChg>
      </pc:sldChg>
      <pc:sldChg chg="addSp delSp modSp add mod ord delAnim modAnim">
        <pc:chgData name="Corbin Ferguson" userId="34a864e2-e65e-4cb2-823c-dc28f73f0e40" providerId="ADAL" clId="{8D2D96CF-1319-4CCC-9EA9-073445628049}" dt="2026-03-16T21:03:53.279" v="2075" actId="1036"/>
        <pc:sldMkLst>
          <pc:docMk/>
          <pc:sldMk cId="935187346" sldId="2146848325"/>
        </pc:sldMkLst>
        <pc:spChg chg="mod">
          <ac:chgData name="Corbin Ferguson" userId="34a864e2-e65e-4cb2-823c-dc28f73f0e40" providerId="ADAL" clId="{8D2D96CF-1319-4CCC-9EA9-073445628049}" dt="2026-03-16T21:01:46.105" v="2051" actId="14100"/>
          <ac:spMkLst>
            <pc:docMk/>
            <pc:sldMk cId="935187346" sldId="2146848325"/>
            <ac:spMk id="11" creationId="{E527682E-55F4-1E8E-3D74-DD36AAF5EC17}"/>
          </ac:spMkLst>
        </pc:spChg>
        <pc:picChg chg="add mod ord">
          <ac:chgData name="Corbin Ferguson" userId="34a864e2-e65e-4cb2-823c-dc28f73f0e40" providerId="ADAL" clId="{8D2D96CF-1319-4CCC-9EA9-073445628049}" dt="2026-03-16T21:03:53.279" v="2075" actId="1036"/>
          <ac:picMkLst>
            <pc:docMk/>
            <pc:sldMk cId="935187346" sldId="2146848325"/>
            <ac:picMk id="3" creationId="{A34E6259-020A-CE8B-AC93-FDF3B8CB5BB9}"/>
          </ac:picMkLst>
        </pc:picChg>
        <pc:picChg chg="del ord">
          <ac:chgData name="Corbin Ferguson" userId="34a864e2-e65e-4cb2-823c-dc28f73f0e40" providerId="ADAL" clId="{8D2D96CF-1319-4CCC-9EA9-073445628049}" dt="2026-03-16T21:02:18.440" v="2053" actId="478"/>
          <ac:picMkLst>
            <pc:docMk/>
            <pc:sldMk cId="935187346" sldId="2146848325"/>
            <ac:picMk id="6" creationId="{B6127BAF-6D0E-BEB6-A0F4-C56A9F66FD85}"/>
          </ac:picMkLst>
        </pc:picChg>
        <pc:picChg chg="mod modVis">
          <ac:chgData name="Corbin Ferguson" userId="34a864e2-e65e-4cb2-823c-dc28f73f0e40" providerId="ADAL" clId="{8D2D96CF-1319-4CCC-9EA9-073445628049}" dt="2026-03-16T21:03:45.465" v="2072" actId="14100"/>
          <ac:picMkLst>
            <pc:docMk/>
            <pc:sldMk cId="935187346" sldId="2146848325"/>
            <ac:picMk id="11268" creationId="{398BFDD6-EE1D-2233-1BC7-9B7205573827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en-US" baseline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Performance</a:t>
            </a:r>
            <a:endParaRPr lang="en-US" baseline="0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  <a:prstDash val="solid"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6"/>
          </a:solidFill>
          <a:ln>
            <a:noFill/>
          </a:ln>
          <a:effectLst/>
        </c:spPr>
      </c:pivotFmt>
    </c:pivotFmts>
    <c:plotArea>
      <c:layout/>
      <c:pieChart>
        <c:varyColors val="1"/>
        <c:ser>
          <c:idx val="0"/>
          <c:order val="0"/>
          <c:explosion val="17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8ED-407F-AFC0-CA1174EFFE99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8ED-407F-AFC0-CA1174EFFE99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8ED-407F-AFC0-CA1174EFFE99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</c:dPt>
          <c:dLbls>
            <c:dLbl>
              <c:idx val="0"/>
              <c:layout>
                <c:manualLayout>
                  <c:x val="1.6566805092914468E-2"/>
                  <c:y val="9.81305167918480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ED-407F-AFC0-CA1174EFFE99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Tests!$H$1:$H$4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Tests!$I$1:$I$4</c:f>
              <c:numCache>
                <c:formatCode>General</c:formatCode>
                <c:ptCount val="4"/>
                <c:pt idx="0">
                  <c:v>0</c:v>
                </c:pt>
                <c:pt idx="1">
                  <c:v>70</c:v>
                </c:pt>
                <c:pt idx="2">
                  <c:v>11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8ED-407F-AFC0-CA1174EFFE9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 rtl="0"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0.73137976127113624"/>
          <c:y val="0.29497317299929304"/>
          <c:w val="0.26074367497005418"/>
          <c:h val="0.33905413436220977"/>
        </c:manualLayout>
      </c:layout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 Tests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ysClr val="windowText" lastClr="000000">
                  <a:lumMod val="65000"/>
                  <a:lumOff val="35000"/>
                </a:sysClr>
              </a:solidFill>
              <a:effectLst/>
              <a:uLnTx/>
              <a:uFillTx/>
              <a:latin typeface="+mn-lt"/>
            </a:endParaRPr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B28-49EB-80B9-83869741E86F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B28-49EB-80B9-83869741E86F}"/>
                </c:ext>
              </c:extLst>
            </c:dLbl>
            <c:dLbl>
              <c:idx val="2"/>
              <c:layout>
                <c:manualLayout>
                  <c:x val="-2.4362369563660827E-3"/>
                  <c:y val="-3.5661306899524429E-4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B28-49EB-80B9-83869741E86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B28-49EB-80B9-83869741E8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B28-49EB-80B9-83869741E86F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EB28-49EB-80B9-83869741E86F}"/>
              </c:ext>
            </c:extLst>
          </c:dPt>
          <c:dLbls>
            <c:dLbl>
              <c:idx val="1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B28-49EB-80B9-83869741E86F}"/>
                </c:ext>
              </c:extLst>
            </c:dLbl>
            <c:dLbl>
              <c:idx val="2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B28-49EB-80B9-83869741E86F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B28-49EB-80B9-83869741E8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XMLHandler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77-435E-A7B6-E83257EAC3F7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C77-435E-A7B6-E83257EAC3F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C77-435E-A7B6-E83257EAC3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C77-435E-A7B6-E83257EAC3F7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7C77-435E-A7B6-E83257EAC3F7}"/>
              </c:ext>
            </c:extLst>
          </c:dPt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7C77-435E-A7B6-E83257EAC3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 w="9525" cap="flat" cmpd="sng" algn="ctr">
      <a:noFill/>
      <a:prstDash val="solid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GUI_Test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9B-48E9-A272-8A369BF16D1B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9B-48E9-A272-8A369BF16D1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9B-48E9-A272-8A369BF16D1B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D9B-48E9-A272-8A369BF16D1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D9B-48E9-A272-8A369BF16D1B}"/>
                </c:ext>
              </c:extLst>
            </c:dLbl>
            <c:dLbl>
              <c:idx val="1"/>
              <c:layout>
                <c:manualLayout>
                  <c:x val="1.3770975509354173E-2"/>
                  <c:y val="-2.003023019310232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D9B-48E9-A272-8A369BF16D1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D9B-48E9-A272-8A369BF16D1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Tests!$H$20:$H$23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Tests!$I$20:$I$23</c:f>
              <c:numCache>
                <c:formatCode>General</c:formatCode>
                <c:ptCount val="4"/>
                <c:pt idx="0">
                  <c:v>0</c:v>
                </c:pt>
                <c:pt idx="1">
                  <c:v>13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D9B-48E9-A272-8A369BF16D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7FF64E2C_E082990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6C706D-509E-4C8A-87BA-280BEA73EA40}" authorId="{C5CB79AA-8EBF-1E57-EC02-8B657B2EB377}" created="2026-03-16T15:13:51.405">
    <pc:sldMkLst xmlns:pc="http://schemas.microsoft.com/office/powerpoint/2013/main/command">
      <pc:docMk/>
      <pc:sldMk cId="3766655233" sldId="2146848300"/>
    </pc:sldMkLst>
    <p188:txBody>
      <a:bodyPr/>
      <a:lstStyle/>
      <a:p>
        <a:r>
          <a:rPr lang="en-US"/>
          <a:t>If there continues to be failing tests, highlight why. Explain why the 1 test is skipped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AB45C9-81B3-4A94-8767-58F068DAE020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3852863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09B46-CBCC-4BDD-A65B-1107FD00FF4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8160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71463" y="44450"/>
            <a:ext cx="6234113" cy="403225"/>
          </a:xfrm>
          <a:prstGeom prst="rect">
            <a:avLst/>
          </a:prstGeom>
        </p:spPr>
        <p:txBody>
          <a:bodyPr vert="horz" wrap="none" lIns="91440" tIns="45720" rIns="91440" bIns="45720" rtlCol="0">
            <a:noAutofit/>
          </a:bodyPr>
          <a:lstStyle>
            <a:lvl1pPr algn="l">
              <a:defRPr sz="1800"/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295611" y="3835400"/>
            <a:ext cx="6224116" cy="350106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>
          <a:xfrm>
            <a:off x="1446281" y="9582622"/>
            <a:ext cx="3908288" cy="2308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Insert footer information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6273443" y="9582622"/>
            <a:ext cx="209352" cy="230832"/>
          </a:xfrm>
          <a:prstGeom prst="rect">
            <a:avLst/>
          </a:prstGeom>
        </p:spPr>
        <p:txBody>
          <a:bodyPr vert="horz" wrap="none" lIns="91440" tIns="45720" rIns="0" bIns="45720" rtlCol="0" anchor="ctr">
            <a:noAutofit/>
          </a:bodyPr>
          <a:lstStyle>
            <a:lvl1pPr algn="r">
              <a:defRPr sz="900"/>
            </a:lvl1pPr>
          </a:lstStyle>
          <a:p>
            <a:fld id="{C6E303EA-09C3-495B-8565-6524796C22FB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Notes Placeholder 5"/>
          <p:cNvSpPr>
            <a:spLocks noGrp="1"/>
          </p:cNvSpPr>
          <p:nvPr>
            <p:ph type="body" sz="quarter" idx="3"/>
          </p:nvPr>
        </p:nvSpPr>
        <p:spPr>
          <a:xfrm>
            <a:off x="271463" y="530225"/>
            <a:ext cx="6234112" cy="30686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"/>
          </p:nvPr>
        </p:nvSpPr>
        <p:spPr>
          <a:xfrm>
            <a:off x="274638" y="9588029"/>
            <a:ext cx="1127125" cy="22542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Autofit/>
          </a:bodyPr>
          <a:lstStyle>
            <a:lvl1pPr algn="l">
              <a:defRPr sz="900"/>
            </a:lvl1pPr>
          </a:lstStyle>
          <a:p>
            <a:fld id="{7305D29C-7523-4ABE-8CB4-FD5FDA2414D8}" type="datetimeFigureOut">
              <a:rPr lang="en-US" noProof="0" smtClean="0"/>
              <a:pPr/>
              <a:t>3/16/2026</a:t>
            </a:fld>
            <a:endParaRPr lang="en-US" noProof="0" dirty="0"/>
          </a:p>
        </p:txBody>
      </p:sp>
      <p:sp>
        <p:nvSpPr>
          <p:cNvPr id="9" name="Text Box 12"/>
          <p:cNvSpPr txBox="1">
            <a:spLocks noChangeArrowheads="1"/>
          </p:cNvSpPr>
          <p:nvPr/>
        </p:nvSpPr>
        <p:spPr bwMode="auto">
          <a:xfrm>
            <a:off x="274638" y="8781580"/>
            <a:ext cx="6324600" cy="79627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lIns="90078" tIns="45039" rIns="90078" bIns="45039" anchor="ctr">
            <a:spAutoFit/>
          </a:bodyPr>
          <a:lstStyle/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</p:txBody>
      </p:sp>
    </p:spTree>
    <p:extLst>
      <p:ext uri="{BB962C8B-B14F-4D97-AF65-F5344CB8AC3E}">
        <p14:creationId xmlns:p14="http://schemas.microsoft.com/office/powerpoint/2010/main" val="1986378672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18" charset="0"/>
        <a:ea typeface="+mn-ea"/>
        <a:cs typeface="+mn-cs"/>
      </a:defRPr>
    </a:lvl1pPr>
    <a:lvl2pPr marL="3619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712788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0731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43510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Slide" preserve="1" userDrawn="1">
  <p:cSld name="E+H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0"/>
            <a:ext cx="11857036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00E4BD9C-593C-4A57-86A4-E08ACF4C016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8325891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Content" type="obj" preserve="1">
  <p:cSld name="E+H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0BF249C-6EE1-465B-9621-0BD76B5184D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Confidential Title Slide" preserve="1" userDrawn="1">
  <p:cSld name="E+H Confidentia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1160463"/>
            <a:ext cx="11857037" cy="5103536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C81FABA8-1FB4-41CF-91E1-F3076B7FF0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  <p:sp>
        <p:nvSpPr>
          <p:cNvPr id="5" name="txtConfidentialFrame">
            <a:extLst>
              <a:ext uri="{FF2B5EF4-FFF2-40B4-BE49-F238E27FC236}">
                <a16:creationId xmlns:a16="http://schemas.microsoft.com/office/drawing/2014/main" id="{0579F6DF-7E52-D974-D2AA-4732C26FE49A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34960" y="1"/>
            <a:ext cx="11857039" cy="1162967"/>
          </a:xfrm>
          <a:prstGeom prst="rect">
            <a:avLst/>
          </a:prstGeom>
          <a:solidFill>
            <a:srgbClr val="E6ECF0">
              <a:alpha val="89804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180000" tIns="108000" rIns="180000" bIns="108000" numCol="1" anchor="t" anchorCtr="0" compatLnSpc="1">
            <a:prstTxWarp prst="textNoShape">
              <a:avLst/>
            </a:prstTxWarp>
          </a:bodyPr>
          <a:lstStyle>
            <a:lvl1pPr marL="269875" lvl="0" indent="-269875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1pPr>
            <a:lvl2pPr marL="541338" lvl="1" indent="-271463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2pPr>
            <a:lvl3pPr marL="717550" lvl="2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3pPr>
            <a:lvl4pPr marL="900113" lvl="3" indent="-17621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4pPr>
            <a:lvl5pPr marL="1074738" lvl="4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5pPr>
            <a:lvl6pPr marL="22526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6pPr>
            <a:lvl7pPr marL="27098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7pPr>
            <a:lvl8pPr marL="31670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8pPr>
            <a:lvl9pPr marL="36242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9pPr>
          </a:lstStyle>
          <a:p>
            <a:pPr marL="0" lvl="0" indent="0">
              <a:buNone/>
            </a:pP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9977907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ection Header" preserve="1" userDrawn="1">
  <p:cSld name="E+H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Shape">
            <a:extLst>
              <a:ext uri="{FF2B5EF4-FFF2-40B4-BE49-F238E27FC236}">
                <a16:creationId xmlns:a16="http://schemas.microsoft.com/office/drawing/2014/main" id="{A6106845-A46B-32A4-8AC4-BA3A274EC093}"/>
              </a:ext>
            </a:extLst>
          </p:cNvPr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334965" y="2703134"/>
            <a:ext cx="5616000" cy="1321259"/>
          </a:xfrm>
        </p:spPr>
        <p:txBody>
          <a:bodyPr wrap="square" anchor="b">
            <a:spAutoFit/>
          </a:bodyPr>
          <a:lstStyle>
            <a:lvl1pPr>
              <a:lnSpc>
                <a:spcPct val="11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334964" y="4276734"/>
            <a:ext cx="5616000" cy="276999"/>
          </a:xfrm>
        </p:spPr>
        <p:txBody>
          <a:bodyPr lIns="0" tIns="0" numCol="1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800"/>
            </a:lvl1pPr>
            <a:lvl2pPr marL="269875" indent="0">
              <a:lnSpc>
                <a:spcPct val="100000"/>
              </a:lnSpc>
              <a:spcAft>
                <a:spcPts val="0"/>
              </a:spcAft>
              <a:buNone/>
              <a:defRPr sz="1800"/>
            </a:lvl2pPr>
            <a:lvl3pPr marL="534987" indent="0">
              <a:lnSpc>
                <a:spcPct val="100000"/>
              </a:lnSpc>
              <a:spcAft>
                <a:spcPts val="0"/>
              </a:spcAft>
              <a:buNone/>
              <a:defRPr sz="1800"/>
            </a:lvl3pPr>
            <a:lvl4pPr marL="723900" indent="0">
              <a:lnSpc>
                <a:spcPct val="100000"/>
              </a:lnSpc>
              <a:spcAft>
                <a:spcPts val="0"/>
              </a:spcAft>
              <a:buNone/>
              <a:defRPr sz="1800"/>
            </a:lvl4pPr>
            <a:lvl5pPr marL="892175" indent="0">
              <a:lnSpc>
                <a:spcPct val="100000"/>
              </a:lnSpc>
              <a:spcAft>
                <a:spcPts val="0"/>
              </a:spcAft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6252000" y="476250"/>
            <a:ext cx="5940000" cy="579755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10B0CC-A95E-AB23-E78B-5624B304EB5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5F711-B661-B335-193D-A0CFA3CE2A1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40A4DE10-AA28-495C-A9DA-330C327D000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24C5ECC-F474-AC51-9F64-5084EA6B4365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197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" preserve="1" userDrawn="1">
  <p:cSld name="E+H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1160462"/>
            <a:ext cx="12192000" cy="511333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5F9D18BF-D5FA-41E4-964F-401448E2D6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0AAD1A-99DE-BED9-D2E3-ADF49313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41475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Legend" preserve="1" userDrawn="1">
  <p:cSld name="E+H Image Slide with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1160461"/>
            <a:ext cx="12192000" cy="44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1160461"/>
            <a:ext cx="12192000" cy="4464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F412DC74-7ECD-4DCD-B819-CEB19DE7A09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334962" y="5746376"/>
            <a:ext cx="11531599" cy="346448"/>
          </a:xfrm>
        </p:spPr>
        <p:txBody>
          <a:bodyPr wrap="none"/>
          <a:lstStyle>
            <a:lvl1pPr marL="0" indent="0">
              <a:buNone/>
              <a:defRPr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3F7183-8106-583A-E714-E13CC0F8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42478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Presentation Title" preserve="1" userDrawn="1">
  <p:cSld name="E+H Image Slide with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476250"/>
            <a:ext cx="12192000" cy="579754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AB8D578B-D1BE-4120-B9F6-22DB673F898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02821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Full-Image Slide" preserve="1" userDrawn="1">
  <p:cSld name="E+H Full-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-1"/>
            <a:ext cx="12192000" cy="62738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0"/>
            <a:ext cx="12192000" cy="62738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B9474FE2-3A9F-4602-B216-3854EAFF61F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99543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right" preserve="1" userDrawn="1">
  <p:cSld name="E+H Image Slide with Textbox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1" y="1160464"/>
            <a:ext cx="12192000" cy="5113336"/>
          </a:xfrm>
        </p:spPr>
        <p:txBody>
          <a:bodyPr r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A1BDF14E-E90E-4AB5-ADB5-699B7A2C57C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6257925" y="1490694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94EB4C-A660-5C8F-3D23-203CF3389DE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54646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left" preserve="1" userDrawn="1">
  <p:cSld name="E+H Image Slide with Textbox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0" y="1160464"/>
            <a:ext cx="12192000" cy="5113336"/>
          </a:xfrm>
        </p:spPr>
        <p:txBody>
          <a:bodyPr l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BD2A48CD-DBC9-452A-B187-FA481C36561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68AE0A-861F-9829-2A3B-24C0FB7A0B1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30658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Bullet" preserve="1" userDrawn="1">
  <p:cSld name="E+H Title and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940729FE-BA25-4091-AFD8-2E328B342A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/>
          </p:nvPr>
        </p:nvSpPr>
        <p:spPr>
          <a:xfrm>
            <a:off x="334962" y="1164474"/>
            <a:ext cx="9674225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Text" preserve="1" userDrawn="1">
  <p:cSld name="E+H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xtContent"/>
          <p:cNvSpPr>
            <a:spLocks noGrp="1"/>
          </p:cNvSpPr>
          <p:nvPr>
            <p:ph type="body" sz="quarter" idx="13"/>
          </p:nvPr>
        </p:nvSpPr>
        <p:spPr>
          <a:xfrm>
            <a:off x="334962" y="1164474"/>
            <a:ext cx="9674225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4738" indent="0">
              <a:buFontTx/>
              <a:buNone/>
              <a:tabLst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343E2BDD-E02E-4050-BD42-EC51EC0E8A8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E18E22C-1288-764D-1EB4-07225FF46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Bullet" preserve="1" userDrawn="1">
  <p:cSld name="E+H Two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F69B32E4-A3B1-4121-886C-E5C1259A949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Text" preserve="1" userDrawn="1">
  <p:cSld name="E+H 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>
            <a:lvl1pPr marL="0" indent="0">
              <a:buNone/>
              <a:defRPr/>
            </a:lvl1pPr>
            <a:lvl2pPr marL="360363" indent="3175">
              <a:buNone/>
              <a:defRPr/>
            </a:lvl2pPr>
            <a:lvl3pPr marL="714375" indent="3175">
              <a:buNone/>
              <a:defRPr/>
            </a:lvl3pPr>
            <a:lvl4pPr marL="1076325" indent="4763">
              <a:buNone/>
              <a:defRPr/>
            </a:lvl4pPr>
            <a:lvl5pPr marL="1436688" indent="-3175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6325" indent="-1588">
              <a:buFontTx/>
              <a:buNone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80D187E-C626-4B51-8466-9A2272A4B8C1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Content" preserve="1" userDrawn="1">
  <p:cSld name="E+H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628FA54D-953C-47EB-A7E0-4AE7B797E29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and Content" preserve="1" userDrawn="1">
  <p:cSld name="E+H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7814C39-D19F-4924-8254-47FE7D97AA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B28E9016-A8C4-CD79-F407-4696103FFFD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164474"/>
            <a:ext cx="5939999" cy="510921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7880395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Only" type="titleOnly" preserve="1">
  <p:cSld name="E+H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9048511-0E36-4E5E-B3C2-BFBC94833B3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Blank" type="blank" preserve="1">
  <p:cSld name="E+H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PresentationTitl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E+H Serif" pitchFamily="18" charset="0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FFAA990-6A5A-43B1-9F3A-35849958460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" preserve="1" userDrawn="1">
  <p:cSld name="E+H Title and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E20C1E5-F548-499B-913C-4F88DF8882C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08030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" preserve="1" userDrawn="1">
  <p:cSld name="E+H Key Message and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E67B7E7B-F1E4-4106-A015-B558F3849B4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85903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Only" preserve="1" userDrawn="1">
  <p:cSld name="E+H Key Mess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7EA8AA53-9C4F-4DCE-A9C9-2916F882A03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05615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 with Image" preserve="1" userDrawn="1">
  <p:cSld name="E+H Title and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5C28B69-0ECC-4CE1-8476-C6DD7B8CD20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15419148-7595-E954-B772-51FA9905EB7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1160462"/>
            <a:ext cx="5940000" cy="5113337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204192"/>
      </p:ext>
    </p:extLst>
  </p:cSld>
  <p:clrMapOvr>
    <a:masterClrMapping/>
  </p:clrMapOvr>
  <p:hf hd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 with Image" preserve="1" userDrawn="1">
  <p:cSld name="E+H Key Message and Presentation 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218C7E1E-45A5-4A00-9ED0-4D8CCCD0B0C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138A463F-BD68-4CBB-95FA-90342D714A0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476250"/>
            <a:ext cx="5940000" cy="579755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22573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with Image" preserve="1" userDrawn="1">
  <p:cSld name="E+H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6FC1F99-620F-4439-AB96-01EB7B8DCA4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FF150D8E-0548-E10C-6F34-5141FFE9B4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0"/>
            <a:ext cx="5940000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35398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Empty Stage" preserve="1" userDrawn="1">
  <p:cSld name="E+H Empty S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0B16CBE-2AFF-403D-8D86-637EC97BAC3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395103"/>
      </p:ext>
    </p:extLst>
  </p:cSld>
  <p:clrMapOvr>
    <a:masterClrMapping/>
  </p:clrMapOvr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2 Images" preserve="1" userDrawn="1">
  <p:cSld name="E+H Stage with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D85F571-E3E7-4341-A539-80B0F571DC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9197" y="1502992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59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79197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73470629"/>
      </p:ext>
    </p:extLst>
  </p:cSld>
  <p:clrMapOvr>
    <a:masterClrMapping/>
  </p:clrMapOvr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3 Images" preserve="1" userDrawn="1">
  <p:cSld name="E+H Stage with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30F7F18-EA4E-4FD2-A441-9E807585002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2" y="1502993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0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7999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7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403733"/>
      </p:ext>
    </p:extLst>
  </p:cSld>
  <p:clrMapOvr>
    <a:masterClrMapping/>
  </p:clrMapOvr>
  <p:hf hd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" preserve="1" userDrawn="1">
  <p:cSld name="E+H Stage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74BA5F5-4FF6-4AB5-AB78-550711D28A3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0F41D30-0941-52E1-A218-4E816B9502A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18238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0613203"/>
      </p:ext>
    </p:extLst>
  </p:cSld>
  <p:clrMapOvr>
    <a:masterClrMapping/>
  </p:clrMapOvr>
  <p:hf hdr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 and 4 Textboxes" preserve="1" userDrawn="1">
  <p:cSld name="E+H Stage with 4 Images and 4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839E3B-9FC7-E7E5-CF82-FC84A8E772A7}"/>
              </a:ext>
            </a:extLst>
          </p:cNvPr>
          <p:cNvSpPr>
            <a:spLocks/>
          </p:cNvSpPr>
          <p:nvPr userDrawn="1"/>
        </p:nvSpPr>
        <p:spPr>
          <a:xfrm>
            <a:off x="334961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043ACB-5E31-E85D-848F-DF3E9588B98C}"/>
              </a:ext>
            </a:extLst>
          </p:cNvPr>
          <p:cNvSpPr>
            <a:spLocks/>
          </p:cNvSpPr>
          <p:nvPr userDrawn="1"/>
        </p:nvSpPr>
        <p:spPr>
          <a:xfrm>
            <a:off x="9218238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9D9A2-BB40-F9AC-29E3-24515EBE9480}"/>
              </a:ext>
            </a:extLst>
          </p:cNvPr>
          <p:cNvSpPr>
            <a:spLocks/>
          </p:cNvSpPr>
          <p:nvPr userDrawn="1"/>
        </p:nvSpPr>
        <p:spPr>
          <a:xfrm>
            <a:off x="6257146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4913A3-A7F3-80D8-AFF9-AA0EBA99C35C}"/>
              </a:ext>
            </a:extLst>
          </p:cNvPr>
          <p:cNvSpPr>
            <a:spLocks/>
          </p:cNvSpPr>
          <p:nvPr userDrawn="1"/>
        </p:nvSpPr>
        <p:spPr>
          <a:xfrm>
            <a:off x="3296055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875E6480-50D2-4DA9-8AD6-9F3265CB5EF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97B0522E-A4C6-13E7-023D-EF9BE275BD1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75E8FCE-4029-B345-4006-191F49E6044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B7D13C8-34EB-0FF4-4D7A-272D6191734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96055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10EBB08D-993B-007A-6A37-6589A1F993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A31B30C-1A02-5B20-61D6-8790A9864FF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57146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99A9520D-2ED1-8F53-E749-CB65E4E2373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5E92F566-3848-CC23-CAC6-F48269BC155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218238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7958056"/>
      </p:ext>
    </p:extLst>
  </p:cSld>
  <p:clrMapOvr>
    <a:masterClrMapping/>
  </p:clrMapOvr>
  <p:hf hd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6 Images" preserve="1" userDrawn="1">
  <p:cSld name="E+H Stage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8362038-8291-46E9-AA8A-5F1696A29CA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1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800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8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4964" y="388540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78001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7800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221038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221038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2698691"/>
      </p:ext>
    </p:extLst>
  </p:cSld>
  <p:clrMapOvr>
    <a:masterClrMapping/>
  </p:clrMapOvr>
  <p:hf hd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8 Images" preserve="1" userDrawn="1">
  <p:cSld name="E+H Stage with 8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6D5F3D6-4A6B-4F70-9276-4176D6715FA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4964" y="388540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296055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3BDC3326-151B-B693-C80B-4A7589D233E8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257146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C785B19B-EFC0-6FE3-0122-0ABFB576EE4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06C76ECF-E56C-66E8-CAFA-1D7314A0FD5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218238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F1B2F49D-2D6B-425F-280C-DE1881D04B1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218238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4434344"/>
      </p:ext>
    </p:extLst>
  </p:cSld>
  <p:clrMapOvr>
    <a:masterClrMapping/>
  </p:clrMapOvr>
  <p:hf hd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White Box" preserve="1" userDrawn="1">
  <p:cSld name="E+H Stage with Whit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398CB0C9-535A-4369-8CEA-CAF3EDF31A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1C01410-A5BA-CF3A-E826-3B17940E2EE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22BA937-14E2-3ABE-CF13-CF35BDA68E6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 bwMode="gray">
          <a:xfrm>
            <a:off x="6241037" y="1490693"/>
            <a:ext cx="5616000" cy="4450389"/>
          </a:xfrm>
        </p:spPr>
        <p:txBody>
          <a:bodyPr anchor="ctr"/>
          <a:lstStyle>
            <a:lvl1pPr marL="0" indent="0" algn="ctr">
              <a:buNone/>
              <a:defRPr/>
            </a:lvl1pPr>
            <a:lvl2pPr marL="269875" indent="0" algn="ctr">
              <a:buNone/>
              <a:defRPr/>
            </a:lvl2pPr>
            <a:lvl3pPr marL="534987" indent="0" algn="ctr">
              <a:buNone/>
              <a:defRPr/>
            </a:lvl3pPr>
            <a:lvl4pPr marL="723900" indent="0" algn="ctr">
              <a:buNone/>
              <a:defRPr/>
            </a:lvl4pPr>
            <a:lvl5pPr marL="892175" indent="0" algn="ctr">
              <a:buNone/>
              <a:defRPr/>
            </a:lvl5pPr>
          </a:lstStyle>
          <a:p>
            <a:pPr marL="0" marR="0" lvl="0" indent="0" algn="ctr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SzTx/>
              <a:buFont typeface="E+H Serif" pitchFamily="18" charset="0"/>
              <a:buNone/>
              <a:tabLst/>
              <a:defRPr/>
            </a:pPr>
            <a:r>
              <a:rPr lang="en-US"/>
              <a:t>Add picture with</a:t>
            </a:r>
            <a:br>
              <a:rPr lang="en-US"/>
            </a:br>
            <a:r>
              <a:rPr lang="en-US"/>
              <a:t>transparent background, </a:t>
            </a:r>
            <a:br>
              <a:rPr lang="en-US"/>
            </a:br>
            <a:r>
              <a:rPr lang="en-US"/>
              <a:t>screenshot or document preview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918987"/>
      </p:ext>
    </p:extLst>
  </p:cSld>
  <p:clrMapOvr>
    <a:masterClrMapping/>
  </p:clrMapOvr>
  <p:hf hd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Chart" preserve="1" userDrawn="1">
  <p:cSld name="E+H Stag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E891B0FA-6B1F-4EBA-9A0D-9C78D8D28F3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EA37C23-D906-56FE-12A5-E0ABC7FF87C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4962" y="1352638"/>
            <a:ext cx="9674225" cy="474018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151244"/>
      </p:ext>
    </p:extLst>
  </p:cSld>
  <p:clrMapOvr>
    <a:masterClrMapping/>
  </p:clrMapOvr>
  <p:hf hdr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able of Contents" preserve="1" userDrawn="1">
  <p:cSld name="E+H 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 hasCustomPrompt="1"/>
          </p:nvPr>
        </p:nvSpPr>
        <p:spPr>
          <a:xfrm>
            <a:off x="334964" y="620690"/>
            <a:ext cx="5605038" cy="36004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of agenda slide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>
          <a:xfrm>
            <a:off x="334964" y="194736"/>
            <a:ext cx="5616000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236E701-B6CF-4BC6-B97D-8B6AA6223C8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3ECE0A0B-4A7A-078B-695B-C42957163F2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52001" y="0"/>
            <a:ext cx="5939999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/>
              <a:t>Optional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183380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xtTitle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620690"/>
            <a:ext cx="11522075" cy="360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1027" name="txtContent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2" y="1164474"/>
            <a:ext cx="9674225" cy="49283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1028" name="txtPresentationTitle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34963" y="194736"/>
            <a:ext cx="9674225" cy="1800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 sz="1200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29" name="txtPresenter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86351" y="6469380"/>
            <a:ext cx="11303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030" name="txtSlideNumber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633051" y="6469380"/>
            <a:ext cx="5715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Slide </a:t>
            </a:r>
            <a:fld id="{D31F5330-EC4B-4841-BE02-E867ECC223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33" name="shLine"/>
          <p:cNvSpPr>
            <a:spLocks noChangeShapeType="1"/>
          </p:cNvSpPr>
          <p:nvPr/>
        </p:nvSpPr>
        <p:spPr bwMode="gray">
          <a:xfrm flipV="1">
            <a:off x="0" y="6267219"/>
            <a:ext cx="12192000" cy="0"/>
          </a:xfrm>
          <a:prstGeom prst="line">
            <a:avLst/>
          </a:prstGeom>
          <a:noFill/>
          <a:ln w="6350">
            <a:solidFill>
              <a:srgbClr val="C3CED5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/>
            </a:endParaRPr>
          </a:p>
        </p:txBody>
      </p:sp>
      <p:sp>
        <p:nvSpPr>
          <p:cNvPr id="12" name="txtDate"/>
          <p:cNvSpPr>
            <a:spLocks noChangeArrowheads="1"/>
          </p:cNvSpPr>
          <p:nvPr/>
        </p:nvSpPr>
        <p:spPr bwMode="auto">
          <a:xfrm>
            <a:off x="2751751" y="6469380"/>
            <a:ext cx="7874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noAutofit/>
          </a:bodyPr>
          <a:lstStyle/>
          <a:p>
            <a:r>
              <a:rPr lang="en-US" sz="1200" noProof="1">
                <a:solidFill>
                  <a:srgbClr val="000000"/>
                </a:solidFill>
                <a:latin typeface="E+H Serif" pitchFamily="18" charset="0"/>
              </a:rPr>
              <a:t>04/2/2026</a:t>
            </a:r>
          </a:p>
        </p:txBody>
      </p:sp>
      <p:pic>
        <p:nvPicPr>
          <p:cNvPr id="5" name="imgLogo">
            <a:extLst>
              <a:ext uri="{FF2B5EF4-FFF2-40B4-BE49-F238E27FC236}">
                <a16:creationId xmlns:a16="http://schemas.microsoft.com/office/drawing/2014/main" id="{5D5402A9-0B6A-E5FB-4697-01749AAE97EA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0099" y="6451600"/>
            <a:ext cx="1854200" cy="216725"/>
          </a:xfrm>
          <a:prstGeom prst="rect">
            <a:avLst/>
          </a:prstGeom>
        </p:spPr>
      </p:pic>
      <p:sp>
        <p:nvSpPr>
          <p:cNvPr id="2" name="txtClassification">
            <a:extLst>
              <a:ext uri="{FF2B5EF4-FFF2-40B4-BE49-F238E27FC236}">
                <a16:creationId xmlns:a16="http://schemas.microsoft.com/office/drawing/2014/main" id="{72047043-56FC-B90E-B789-34510C97ABB5}"/>
              </a:ext>
            </a:extLst>
          </p:cNvPr>
          <p:cNvSpPr txBox="1"/>
          <p:nvPr userDrawn="1"/>
        </p:nvSpPr>
        <p:spPr>
          <a:xfrm>
            <a:off x="334963" y="6469380"/>
            <a:ext cx="750888" cy="179388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b="0" i="0" u="none" cap="all" baseline="0" dirty="0">
                <a:solidFill>
                  <a:srgbClr val="A8005C"/>
                </a:solidFill>
                <a:latin typeface="E+H Serif" pitchFamily="18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0" r:id="rId2"/>
    <p:sldLayoutId id="2147483697" r:id="rId3"/>
    <p:sldLayoutId id="2147483668" r:id="rId4"/>
    <p:sldLayoutId id="2147483672" r:id="rId5"/>
    <p:sldLayoutId id="2147483673" r:id="rId6"/>
    <p:sldLayoutId id="2147483683" r:id="rId7"/>
    <p:sldLayoutId id="2147483684" r:id="rId8"/>
    <p:sldLayoutId id="2147483676" r:id="rId9"/>
    <p:sldLayoutId id="2147483677" r:id="rId10"/>
    <p:sldLayoutId id="2147483664" r:id="rId11"/>
    <p:sldLayoutId id="2147483663" r:id="rId12"/>
    <p:sldLayoutId id="2147483665" r:id="rId13"/>
    <p:sldLayoutId id="2147483666" r:id="rId14"/>
    <p:sldLayoutId id="2147483652" r:id="rId15"/>
    <p:sldLayoutId id="2147483682" r:id="rId16"/>
    <p:sldLayoutId id="2147483654" r:id="rId17"/>
    <p:sldLayoutId id="2147483655" r:id="rId18"/>
    <p:sldLayoutId id="2147483678" r:id="rId19"/>
    <p:sldLayoutId id="2147483685" r:id="rId20"/>
    <p:sldLayoutId id="2147483686" r:id="rId21"/>
    <p:sldLayoutId id="2147483688" r:id="rId22"/>
    <p:sldLayoutId id="2147483689" r:id="rId23"/>
    <p:sldLayoutId id="2147483690" r:id="rId24"/>
    <p:sldLayoutId id="2147483679" r:id="rId25"/>
    <p:sldLayoutId id="2147483692" r:id="rId26"/>
    <p:sldLayoutId id="2147483693" r:id="rId27"/>
    <p:sldLayoutId id="2147483694" r:id="rId28"/>
    <p:sldLayoutId id="2147483698" r:id="rId29"/>
    <p:sldLayoutId id="2147483695" r:id="rId30"/>
    <p:sldLayoutId id="2147483696" r:id="rId31"/>
    <p:sldLayoutId id="2147483687" r:id="rId32"/>
    <p:sldLayoutId id="2147483691" r:id="rId33"/>
    <p:sldLayoutId id="2147483681" r:id="rId34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A8005C"/>
          </a:solidFill>
          <a:latin typeface="E+H Serif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9pPr>
    </p:titleStyle>
    <p:bodyStyle>
      <a:lvl1pPr marL="269875" indent="-269875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2000">
          <a:solidFill>
            <a:srgbClr val="000000"/>
          </a:solidFill>
          <a:latin typeface="E+H Serif"/>
          <a:ea typeface="+mn-ea"/>
          <a:cs typeface="+mn-cs"/>
        </a:defRPr>
      </a:lvl1pPr>
      <a:lvl2pPr marL="541338" indent="-271463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1800">
          <a:solidFill>
            <a:srgbClr val="000000"/>
          </a:solidFill>
          <a:latin typeface="E+H Serif"/>
        </a:defRPr>
      </a:lvl2pPr>
      <a:lvl3pPr marL="717550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3pPr>
      <a:lvl4pPr marL="900113" indent="-17621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4pPr>
      <a:lvl5pPr marL="1074738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5pPr>
      <a:lvl6pPr marL="22526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6pPr>
      <a:lvl7pPr marL="27098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7pPr>
      <a:lvl8pPr marL="31670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8pPr>
      <a:lvl9pPr marL="36242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 userDrawn="1">
          <p15:clr>
            <a:srgbClr val="F26B43"/>
          </p15:clr>
        </p15:guide>
        <p15:guide id="3" orient="horz" pos="3838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6306" userDrawn="1">
          <p15:clr>
            <a:srgbClr val="F26B43"/>
          </p15:clr>
        </p15:guide>
        <p15:guide id="6" orient="horz" pos="731" userDrawn="1">
          <p15:clr>
            <a:srgbClr val="F26B43"/>
          </p15:clr>
        </p15:guide>
        <p15:guide id="7" orient="horz" pos="39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opbox.com/scl/fi/s804to4dmrvgm4xwr5l3e/RSLogix5000_V35.xsd?rlkey=c236opuvsh6ullwfw0auc68h1&amp;e=3&amp;dl=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microsoft.com/office/2018/10/relationships/comments" Target="../comments/modernComment_7FF64E2C_E0829901.xml"/><Relationship Id="rId1" Type="http://schemas.openxmlformats.org/officeDocument/2006/relationships/slideLayout" Target="../slideLayouts/slideLayout3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dotnet/core/testing/unit-testing-mstest-intro" TargetMode="External"/><Relationship Id="rId3" Type="http://schemas.openxmlformats.org/officeDocument/2006/relationships/hyperlink" Target="https://literature.rockwellautomation.com/idc/groups/literature/documents/pm/1756-pm019_-en-p.pdf" TargetMode="External"/><Relationship Id="rId7" Type="http://schemas.openxmlformats.org/officeDocument/2006/relationships/hyperlink" Target="https://github.com/FlaUI/FlaUI" TargetMode="External"/><Relationship Id="rId2" Type="http://schemas.openxmlformats.org/officeDocument/2006/relationships/hyperlink" Target="https://www.dropbox.com/scl/fi/s804to4dmrvgm4xwr5l3e/RSLogix5000_V35.xsd?rlkey=c236opuvsh6ullwfw0auc68h1&amp;e=3&amp;dl=0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devlooped/moq" TargetMode="External"/><Relationship Id="rId5" Type="http://schemas.openxmlformats.org/officeDocument/2006/relationships/hyperlink" Target="https://learn.microsoft.com/en-us/dotnet/api/system.xml.linq?view=net-9.0" TargetMode="External"/><Relationship Id="rId4" Type="http://schemas.openxmlformats.org/officeDocument/2006/relationships/hyperlink" Target="https://literature.rockwellautomation.com/idc/groups/literature/documents/rm/1756-rm014_-en-p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gTitleImage">
            <a:extLst>
              <a:ext uri="{FF2B5EF4-FFF2-40B4-BE49-F238E27FC236}">
                <a16:creationId xmlns:a16="http://schemas.microsoft.com/office/drawing/2014/main" id="{C3B7D229-3ECF-4709-9625-F30A610A6E9F}"/>
              </a:ext>
            </a:extLst>
          </p:cNvPr>
          <p:cNvPicPr>
            <a:picLocks noGrp="1"/>
          </p:cNvPicPr>
          <p:nvPr>
            <p:ph type="pic" sz="quarter" idx="13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" r="440"/>
          <a:stretch>
            <a:fillRect/>
          </a:stretch>
        </p:blipFill>
        <p:spPr/>
      </p:pic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A4BD512-8888-3571-BBB4-2135E5ACD2A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4962" y="3215568"/>
            <a:ext cx="11857036" cy="30582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16AD88-F4D7-9658-2A23-27726B328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964" y="3742482"/>
            <a:ext cx="9351811" cy="1431013"/>
          </a:xfrm>
        </p:spPr>
        <p:txBody>
          <a:bodyPr wrap="square" anchor="b">
            <a:normAutofit/>
          </a:bodyPr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5DBE8C5-106F-9E45-96DE-92C740078C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63" y="5361113"/>
            <a:ext cx="9351812" cy="563036"/>
          </a:xfrm>
        </p:spPr>
        <p:txBody>
          <a:bodyPr wrap="square" anchor="t">
            <a:normAutofit/>
          </a:bodyPr>
          <a:lstStyle/>
          <a:p>
            <a:pPr>
              <a:lnSpc>
                <a:spcPct val="96000"/>
              </a:lnSpc>
              <a:spcAft>
                <a:spcPts val="600"/>
              </a:spcAft>
            </a:pPr>
            <a:r>
              <a:rPr lang="en-US" sz="1900" dirty="0"/>
              <a:t>Creating an alternative tool for generating L5X files for use in Rockwell Automation’s Studio 5000 Logix Designer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8DB09D-36CE-9628-7D8F-D096E3AA45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ADA42ED7-2460-4826-BCE9-C1C85A199F52}" type="slidenum">
              <a:rPr lang="en-US" smtClean="0"/>
              <a:t>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DE6B9-AA42-A010-C051-99ED8FAC2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041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06C52-67BC-A4C8-3ED0-3636080E3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7A2E-1427-5278-B512-F2A80C3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ABB78FB-6052-78C4-38A0-9B7AF58E9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Goals</a:t>
            </a:r>
          </a:p>
          <a:p>
            <a:r>
              <a:rPr lang="en-US" dirty="0"/>
              <a:t>Implemented Features</a:t>
            </a:r>
          </a:p>
          <a:p>
            <a:r>
              <a:rPr lang="en-US" dirty="0"/>
              <a:t>Design timeline</a:t>
            </a:r>
          </a:p>
          <a:p>
            <a:r>
              <a:rPr lang="en-US" dirty="0"/>
              <a:t>Tools Used</a:t>
            </a:r>
          </a:p>
          <a:p>
            <a:r>
              <a:rPr lang="en-US" dirty="0"/>
              <a:t>System Design</a:t>
            </a:r>
          </a:p>
          <a:p>
            <a:r>
              <a:rPr lang="en-US" dirty="0"/>
              <a:t>Testing and Verification</a:t>
            </a:r>
          </a:p>
          <a:p>
            <a:r>
              <a:rPr lang="en-US" dirty="0"/>
              <a:t>Lessons Learned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44D59-887A-89DB-90DC-83D1F28483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AEB583-7C00-647F-EA4B-94073292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ED4F0B8-A3B9-4B6F-BEC0-B0E78C1192A7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F92DEA4-6CF8-8F90-FC4B-A9A798E29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51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37666-7C19-635B-616A-B69C9D68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Project Goals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0705606-BEFC-7BD3-6686-7F86A4FF0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of this application was to create a tool that can function as a </a:t>
            </a:r>
            <a:r>
              <a:rPr lang="en-US" dirty="0" err="1"/>
              <a:t>sidegrade</a:t>
            </a:r>
            <a:r>
              <a:rPr lang="en-US" dirty="0"/>
              <a:t> of Rockwell Automation’s Studio 5000 Logix Designer. It needed to address the following issues with the existing designer:</a:t>
            </a:r>
          </a:p>
          <a:p>
            <a:r>
              <a:rPr lang="en-US" dirty="0"/>
              <a:t>Designing controller code from scratch for each project in the designer could be tedious and repetitive</a:t>
            </a:r>
          </a:p>
          <a:p>
            <a:r>
              <a:rPr lang="en-US" dirty="0"/>
              <a:t>There was no simple way to generate large amounts of basic template code that would be frequently reused in a time-efficient manner</a:t>
            </a:r>
          </a:p>
          <a:p>
            <a:r>
              <a:rPr lang="en-US" dirty="0"/>
              <a:t>The existing designer was overly detail-oriented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DA76B-BB63-A9BF-165B-E74B2985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FA4B39-7169-D66F-6581-2C921C61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0217EB87-4295-424C-A6F1-F245521C8698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C20AC-5806-3680-AF5B-733BD52F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028" name="Picture 4" descr="5 Tips for Getting Started in RSLogix 5000 | DMC, Inc.">
            <a:extLst>
              <a:ext uri="{FF2B5EF4-FFF2-40B4-BE49-F238E27FC236}">
                <a16:creationId xmlns:a16="http://schemas.microsoft.com/office/drawing/2014/main" id="{6C86E4AC-1B5D-4CB7-A176-9C365C540E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2" b="19921"/>
          <a:stretch>
            <a:fillRect/>
          </a:stretch>
        </p:blipFill>
        <p:spPr bwMode="auto">
          <a:xfrm>
            <a:off x="9769601" y="2034348"/>
            <a:ext cx="2276475" cy="1369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y6 Part3 Rockwell Studio 5000 training Complete Function Block diagram  FBD programming">
            <a:extLst>
              <a:ext uri="{FF2B5EF4-FFF2-40B4-BE49-F238E27FC236}">
                <a16:creationId xmlns:a16="http://schemas.microsoft.com/office/drawing/2014/main" id="{84E072FF-ABEC-64D2-234E-9A5158069A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9"/>
          <a:stretch>
            <a:fillRect/>
          </a:stretch>
        </p:blipFill>
        <p:spPr bwMode="auto">
          <a:xfrm>
            <a:off x="7010400" y="3403826"/>
            <a:ext cx="5035676" cy="268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3964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66DE4-249B-FCA3-5A7F-05F163C98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E6C66-1F62-7184-B675-F86342099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Design Timeline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B3CDBD9-BD4E-E7E3-A1E9-2D692BAA1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 1:</a:t>
            </a:r>
          </a:p>
          <a:p>
            <a:pPr lvl="1"/>
            <a:r>
              <a:rPr lang="en-US" dirty="0"/>
              <a:t>Investigation into applicable tools and resources</a:t>
            </a:r>
          </a:p>
          <a:p>
            <a:pPr lvl="1"/>
            <a:r>
              <a:rPr lang="en-US" dirty="0"/>
              <a:t>Feature outline and requirements development</a:t>
            </a:r>
          </a:p>
          <a:p>
            <a:pPr lvl="1"/>
            <a:r>
              <a:rPr lang="en-US" dirty="0"/>
              <a:t>Application development</a:t>
            </a:r>
          </a:p>
          <a:p>
            <a:r>
              <a:rPr lang="en-US" dirty="0"/>
              <a:t>Term 2: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Testing and verification</a:t>
            </a:r>
          </a:p>
          <a:p>
            <a:pPr lvl="1"/>
            <a:r>
              <a:rPr lang="en-US" dirty="0"/>
              <a:t>Application cleanup</a:t>
            </a:r>
          </a:p>
          <a:p>
            <a:pPr lvl="1"/>
            <a:r>
              <a:rPr lang="en-US" dirty="0"/>
              <a:t>Final reporting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CF90B-3B05-898A-22FC-076CFE1C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1CFC65-37C8-4089-27E5-F2837CEC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6BA209A-2E05-4EC7-ADAC-6B751F7D63D1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3752C8-897A-58CF-1846-D12DCC149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3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A5873-0A0A-14D5-9C6C-E6923A0FE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311E1-2F3C-706B-E772-4C7FF4CB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Necessary Features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29D0112-3559-BA85-36ED-E2064B91F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application will help augment development through implementation of the following features:</a:t>
            </a:r>
          </a:p>
          <a:p>
            <a:r>
              <a:rPr lang="en-US" dirty="0"/>
              <a:t>Create new objects from a default template</a:t>
            </a:r>
          </a:p>
          <a:p>
            <a:r>
              <a:rPr lang="en-US" dirty="0"/>
              <a:t>Import objects from other files</a:t>
            </a:r>
          </a:p>
          <a:p>
            <a:r>
              <a:rPr lang="en-US" dirty="0"/>
              <a:t>Modify existing objects in the file</a:t>
            </a:r>
          </a:p>
          <a:p>
            <a:r>
              <a:rPr lang="en-US" dirty="0"/>
              <a:t>Delete existing objects in the file</a:t>
            </a:r>
          </a:p>
          <a:p>
            <a:r>
              <a:rPr lang="en-US" dirty="0"/>
              <a:t>Load existing files</a:t>
            </a:r>
          </a:p>
          <a:p>
            <a:r>
              <a:rPr lang="en-US" dirty="0"/>
              <a:t>Save file as .L5X</a:t>
            </a:r>
          </a:p>
          <a:p>
            <a:r>
              <a:rPr lang="en-US" dirty="0"/>
              <a:t>Library of files for the user to select from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F4611-BDC5-30DA-B81B-069E70C7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10D28F-D0D7-89C9-84EE-6BB86615E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9509DEC0-B203-4E7F-B1E2-3D38B394EC90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89AD5A-D9B8-0DD6-9BCC-CA23CBE7B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41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380D4-886C-1DFA-176E-FCE5F49F1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CF5C-CDCF-A0BC-C8E2-1BBB06142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Application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D6C0032-109D-5E6D-74D4-9A87B9B55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Overview</a:t>
            </a:r>
          </a:p>
          <a:p>
            <a:r>
              <a:rPr lang="en-US" dirty="0"/>
              <a:t>Developed as a WinForms application</a:t>
            </a:r>
          </a:p>
          <a:p>
            <a:r>
              <a:rPr lang="en-US" dirty="0"/>
              <a:t>Utilized an event‑driven architecture to pass control between Forms</a:t>
            </a:r>
          </a:p>
          <a:p>
            <a:pPr marL="0" indent="0">
              <a:buNone/>
            </a:pPr>
            <a:r>
              <a:rPr lang="en-US" dirty="0"/>
              <a:t>Form Interaction</a:t>
            </a:r>
          </a:p>
          <a:p>
            <a:r>
              <a:rPr lang="en-US" dirty="0"/>
              <a:t>Multiple Forms collected user responses</a:t>
            </a:r>
          </a:p>
          <a:p>
            <a:r>
              <a:rPr lang="en-US" dirty="0"/>
              <a:t>Each Form returned data back to the main workflow</a:t>
            </a:r>
          </a:p>
          <a:p>
            <a:r>
              <a:rPr lang="en-US" dirty="0"/>
              <a:t>Control flowed dynamically based on user interaction</a:t>
            </a:r>
          </a:p>
          <a:p>
            <a:pPr marL="0" indent="0">
              <a:buNone/>
            </a:pPr>
            <a:r>
              <a:rPr lang="en-US" dirty="0"/>
              <a:t>Logic &amp; Data Handling</a:t>
            </a:r>
          </a:p>
          <a:p>
            <a:r>
              <a:rPr lang="en-US" dirty="0"/>
              <a:t>Business logic implemented using LINQ (Language Integrated Query)</a:t>
            </a:r>
          </a:p>
          <a:p>
            <a:r>
              <a:rPr lang="en-US" dirty="0"/>
              <a:t>Utilizes an XML schema file(</a:t>
            </a:r>
            <a:r>
              <a:rPr lang="en-US" dirty="0">
                <a:hlinkClick r:id="rId2"/>
              </a:rPr>
              <a:t>RSLogix5000_V35.xsd</a:t>
            </a:r>
            <a:r>
              <a:rPr lang="en-US" dirty="0"/>
              <a:t>) developed by Jeremy Medders on </a:t>
            </a:r>
            <a:r>
              <a:rPr lang="en-US" dirty="0" err="1"/>
              <a:t>dropbox</a:t>
            </a:r>
            <a:endParaRPr lang="en-US" dirty="0"/>
          </a:p>
          <a:p>
            <a:r>
              <a:rPr lang="en-US" dirty="0"/>
              <a:t>Streamlined the creation of a master XML file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8B544-2681-30E6-8B20-0056C34F98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82EE9C-01DF-A433-52D1-9D3FCC75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E6E4DAA-47C7-43C2-BAFF-9E29DC30B4C8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1E2081A-0760-CE8A-1306-0ACE1153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84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326D9-95CE-9C7A-9B22-3CD559A06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D4B76-A3DE-8B10-4584-CAA5BCEAB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GUI Displays Flowchart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D1437-1814-4718-15B2-4F4FE59D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2FE55-B206-389E-6D0D-9464FE39E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F0E17D-BE8E-1377-A679-B5EA93B3A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5" name="Picture 14" descr="A Flow chart displaying all windows in the application and how they lead to one another">
            <a:extLst>
              <a:ext uri="{FF2B5EF4-FFF2-40B4-BE49-F238E27FC236}">
                <a16:creationId xmlns:a16="http://schemas.microsoft.com/office/drawing/2014/main" id="{D209E713-11DD-16BC-02AC-C8F52F8757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82" y="310829"/>
            <a:ext cx="10468818" cy="5926482"/>
          </a:xfrm>
          <a:prstGeom prst="rect">
            <a:avLst/>
          </a:prstGeom>
        </p:spPr>
      </p:pic>
      <p:pic>
        <p:nvPicPr>
          <p:cNvPr id="10242" name="ActionSelect">
            <a:extLst>
              <a:ext uri="{FF2B5EF4-FFF2-40B4-BE49-F238E27FC236}">
                <a16:creationId xmlns:a16="http://schemas.microsoft.com/office/drawing/2014/main" id="{461CD87D-B8E2-EBAC-C16F-E56594D3F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780" y="3113311"/>
            <a:ext cx="720731" cy="463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261959-73BE-AC8F-A9DA-6CAEF5E9BB95}"/>
              </a:ext>
            </a:extLst>
          </p:cNvPr>
          <p:cNvSpPr/>
          <p:nvPr/>
        </p:nvSpPr>
        <p:spPr>
          <a:xfrm>
            <a:off x="5466560" y="3090863"/>
            <a:ext cx="742951" cy="485775"/>
          </a:xfrm>
          <a:prstGeom prst="roundRect">
            <a:avLst/>
          </a:prstGeom>
          <a:solidFill>
            <a:schemeClr val="accent6">
              <a:lumMod val="60000"/>
              <a:lumOff val="40000"/>
              <a:alpha val="60000"/>
            </a:schemeClr>
          </a:solidFill>
          <a:ln w="38100">
            <a:solidFill>
              <a:schemeClr val="accent6">
                <a:lumMod val="60000"/>
                <a:lumOff val="40000"/>
              </a:schemeClr>
            </a:solidFill>
          </a:ln>
          <a:effectLst>
            <a:glow rad="1397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solidFill>
                <a:srgbClr val="FFFFFF"/>
              </a:solidFill>
              <a:effectLst>
                <a:glow rad="63500">
                  <a:srgbClr val="FF0000">
                    <a:alpha val="40000"/>
                  </a:srgbClr>
                </a:glow>
              </a:effectLst>
              <a:latin typeface="E+H Sans" panose="020B040405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033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A2-FD6D-0264-7CAC-569FBB94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FA355-078B-FB4E-2912-C0CF5C2B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GUI Displays Flowchart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38F26-6031-7239-1A09-1427676CA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47936-E941-129B-1218-2E423FBE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C07567-307C-AFF3-49AC-7E0858B2F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0242" name="!ActionSelect">
            <a:extLst>
              <a:ext uri="{FF2B5EF4-FFF2-40B4-BE49-F238E27FC236}">
                <a16:creationId xmlns:a16="http://schemas.microsoft.com/office/drawing/2014/main" id="{F222EBA9-47DB-A494-0A25-7CD0A39D0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0314" y="444588"/>
            <a:ext cx="8328874" cy="5792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ActionSelect">
            <a:extLst>
              <a:ext uri="{FF2B5EF4-FFF2-40B4-BE49-F238E27FC236}">
                <a16:creationId xmlns:a16="http://schemas.microsoft.com/office/drawing/2014/main" id="{771B8AC6-311F-3E75-33C2-615158918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888" y="1114340"/>
            <a:ext cx="6853725" cy="4316230"/>
          </a:xfrm>
          <a:prstGeom prst="rect">
            <a:avLst/>
          </a:prstGeom>
          <a:noFill/>
        </p:spPr>
      </p:pic>
      <p:pic>
        <p:nvPicPr>
          <p:cNvPr id="10" name="NewFile">
            <a:extLst>
              <a:ext uri="{FF2B5EF4-FFF2-40B4-BE49-F238E27FC236}">
                <a16:creationId xmlns:a16="http://schemas.microsoft.com/office/drawing/2014/main" id="{A8BD3308-9470-9AF2-87BA-D34E2A93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1" t="67604" r="73596" b="17547"/>
          <a:stretch>
            <a:fillRect/>
          </a:stretch>
        </p:blipFill>
        <p:spPr>
          <a:xfrm>
            <a:off x="2770368" y="4038600"/>
            <a:ext cx="1451588" cy="638175"/>
          </a:xfrm>
          <a:prstGeom prst="rect">
            <a:avLst/>
          </a:prstGeom>
          <a:noFill/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7ADB1C-4CC1-050A-F7E0-C59FABA26D8C}"/>
              </a:ext>
            </a:extLst>
          </p:cNvPr>
          <p:cNvSpPr/>
          <p:nvPr/>
        </p:nvSpPr>
        <p:spPr>
          <a:xfrm>
            <a:off x="2675735" y="3900488"/>
            <a:ext cx="1581940" cy="890587"/>
          </a:xfrm>
          <a:prstGeom prst="roundRect">
            <a:avLst/>
          </a:prstGeom>
          <a:solidFill>
            <a:schemeClr val="accent6">
              <a:lumMod val="60000"/>
              <a:lumOff val="40000"/>
              <a:alpha val="60000"/>
            </a:schemeClr>
          </a:solidFill>
          <a:ln w="38100">
            <a:solidFill>
              <a:schemeClr val="accent6">
                <a:lumMod val="60000"/>
                <a:lumOff val="40000"/>
              </a:schemeClr>
            </a:solidFill>
          </a:ln>
          <a:effectLst>
            <a:glow rad="1397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solidFill>
                <a:srgbClr val="FFFFFF"/>
              </a:solidFill>
              <a:effectLst>
                <a:glow rad="63500">
                  <a:srgbClr val="FF0000">
                    <a:alpha val="40000"/>
                  </a:srgbClr>
                </a:glow>
              </a:effectLst>
              <a:latin typeface="E+H Sans" panose="020B040405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29859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8EB-BBA3-381D-430F-E3F9DF8BD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FD57-0C1F-53FC-E4AC-6E4AC4F8F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New File Pathing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55496-A425-4EB0-4B85-1B98E6B46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0071A-23EE-C0B0-7BC3-656D969CC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9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0F8ABB-0706-BB35-FFAC-F2F7471C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6" name="!NewFile">
            <a:extLst>
              <a:ext uri="{FF2B5EF4-FFF2-40B4-BE49-F238E27FC236}">
                <a16:creationId xmlns:a16="http://schemas.microsoft.com/office/drawing/2014/main" id="{BF17B26E-CEBE-31E2-A928-A78B0BE175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31" t="67604" r="73596" b="17547"/>
          <a:stretch>
            <a:fillRect/>
          </a:stretch>
        </p:blipFill>
        <p:spPr>
          <a:xfrm>
            <a:off x="1545843" y="1119567"/>
            <a:ext cx="9552756" cy="4199766"/>
          </a:xfrm>
          <a:prstGeom prst="rect">
            <a:avLst/>
          </a:prstGeom>
          <a:noFill/>
        </p:spPr>
      </p:pic>
      <p:pic>
        <p:nvPicPr>
          <p:cNvPr id="11268" name="NewFile">
            <a:extLst>
              <a:ext uri="{FF2B5EF4-FFF2-40B4-BE49-F238E27FC236}">
                <a16:creationId xmlns:a16="http://schemas.microsoft.com/office/drawing/2014/main" id="{14AE5F5A-6C88-0F58-A592-0FB668BF9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435" y="980731"/>
            <a:ext cx="11428631" cy="4882654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BDD576A-A414-9915-960B-C7192C1A13D8}"/>
              </a:ext>
            </a:extLst>
          </p:cNvPr>
          <p:cNvSpPr/>
          <p:nvPr/>
        </p:nvSpPr>
        <p:spPr>
          <a:xfrm>
            <a:off x="2514600" y="2705100"/>
            <a:ext cx="8839200" cy="901700"/>
          </a:xfrm>
          <a:prstGeom prst="roundRect">
            <a:avLst/>
          </a:prstGeom>
          <a:solidFill>
            <a:srgbClr val="007CAA">
              <a:alpha val="20000"/>
            </a:srgbClr>
          </a:solidFill>
          <a:ln>
            <a:solidFill>
              <a:srgbClr val="007CAA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solidFill>
                <a:srgbClr val="FFFFFF"/>
              </a:solidFill>
              <a:latin typeface="E+H Sans" panose="020B040405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2921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3B339-4EEC-59AB-4772-95A4281B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D6CC9-4051-8C8E-6F53-6558CC8D4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New File Pathing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7C85B-3F3C-7F47-8670-EC9B7599C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98780-7782-6438-33E0-36B16CFB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10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345246-AA94-A9AA-8773-390E7B836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0" name="!NewFile">
            <a:extLst>
              <a:ext uri="{FF2B5EF4-FFF2-40B4-BE49-F238E27FC236}">
                <a16:creationId xmlns:a16="http://schemas.microsoft.com/office/drawing/2014/main" id="{36552AD4-E539-C4C4-F016-02E1B6D7EF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00" t="28133" r="679" b="47493"/>
          <a:stretch>
            <a:fillRect/>
          </a:stretch>
        </p:blipFill>
        <p:spPr bwMode="auto">
          <a:xfrm>
            <a:off x="1173906" y="2090712"/>
            <a:ext cx="10296628" cy="231618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NewFile" descr="A Flow chart displaying all windows in the application and how they lead to one another">
            <a:extLst>
              <a:ext uri="{FF2B5EF4-FFF2-40B4-BE49-F238E27FC236}">
                <a16:creationId xmlns:a16="http://schemas.microsoft.com/office/drawing/2014/main" id="{5956B2B1-2846-2DBE-61A6-5C404403D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50" t="32704" r="60214" b="51579"/>
          <a:stretch>
            <a:fillRect/>
          </a:stretch>
        </p:blipFill>
        <p:spPr>
          <a:xfrm>
            <a:off x="1143001" y="1386840"/>
            <a:ext cx="10358438" cy="3512821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63E6493-7963-69F9-0E49-FBFB34C98CC6}"/>
              </a:ext>
            </a:extLst>
          </p:cNvPr>
          <p:cNvSpPr/>
          <p:nvPr/>
        </p:nvSpPr>
        <p:spPr>
          <a:xfrm>
            <a:off x="2204551" y="1992834"/>
            <a:ext cx="2469049" cy="1512365"/>
          </a:xfrm>
          <a:prstGeom prst="roundRect">
            <a:avLst/>
          </a:prstGeom>
          <a:solidFill>
            <a:srgbClr val="007CAA">
              <a:alpha val="20000"/>
            </a:srgbClr>
          </a:solidFill>
          <a:ln>
            <a:solidFill>
              <a:srgbClr val="007CAA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solidFill>
                <a:srgbClr val="FFFFFF"/>
              </a:solidFill>
              <a:latin typeface="E+H Sans" panose="020B040405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0131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9F6A-C1EA-199A-6410-C327902E3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4F8F7-7FD1-D66F-55BE-B09150AA9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New File Pathing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08FCD3-24C5-4D9D-9FA2-17B51B3E7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AC7758-5A3A-B7B2-8B08-2352C8414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11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CE8CF7-B43D-DD81-DE4D-0FB8CA97A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5" name="!NewFile" descr="A Flow chart displaying all windows in the application and how they lead to one another">
            <a:extLst>
              <a:ext uri="{FF2B5EF4-FFF2-40B4-BE49-F238E27FC236}">
                <a16:creationId xmlns:a16="http://schemas.microsoft.com/office/drawing/2014/main" id="{17752B2B-1B72-2430-A670-818B3CCFD4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50" t="32704" r="60214" b="51579"/>
          <a:stretch>
            <a:fillRect/>
          </a:stretch>
        </p:blipFill>
        <p:spPr>
          <a:xfrm>
            <a:off x="3045421" y="1930402"/>
            <a:ext cx="6553598" cy="2222498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5" name="NewFile">
            <a:extLst>
              <a:ext uri="{FF2B5EF4-FFF2-40B4-BE49-F238E27FC236}">
                <a16:creationId xmlns:a16="http://schemas.microsoft.com/office/drawing/2014/main" id="{BE5C2147-6B8C-1D93-D1D8-4113A963D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867" y="1283432"/>
            <a:ext cx="9776708" cy="387276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8A10BF-2126-40C7-FAE5-7BBF6C867EF1}"/>
              </a:ext>
            </a:extLst>
          </p:cNvPr>
          <p:cNvSpPr/>
          <p:nvPr/>
        </p:nvSpPr>
        <p:spPr>
          <a:xfrm>
            <a:off x="6540500" y="4330700"/>
            <a:ext cx="2133600" cy="730896"/>
          </a:xfrm>
          <a:prstGeom prst="roundRect">
            <a:avLst/>
          </a:prstGeom>
          <a:solidFill>
            <a:srgbClr val="007CAA">
              <a:alpha val="20000"/>
            </a:srgbClr>
          </a:solidFill>
          <a:ln>
            <a:solidFill>
              <a:srgbClr val="007CAA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solidFill>
                <a:srgbClr val="FFFFFF"/>
              </a:solidFill>
              <a:latin typeface="E+H Sans" panose="020B040405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0603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7F1E-9132-6B43-FA78-6CD227802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54D3D-CF39-6C55-45B8-AB9F07D51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New File Pathing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48088-5AD3-2119-84FA-2876083B7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60AB3E-73E0-E11E-4112-DDA4E8079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12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94B326-A35F-D05E-DD5B-CAE2B4D4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3" name="!NewFile">
            <a:extLst>
              <a:ext uri="{FF2B5EF4-FFF2-40B4-BE49-F238E27FC236}">
                <a16:creationId xmlns:a16="http://schemas.microsoft.com/office/drawing/2014/main" id="{A34E6259-020A-CE8B-AC93-FDF3B8CB5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34" y="911176"/>
            <a:ext cx="11084414" cy="4390780"/>
          </a:xfrm>
          <a:prstGeom prst="rect">
            <a:avLst/>
          </a:prstGeom>
        </p:spPr>
      </p:pic>
      <p:pic>
        <p:nvPicPr>
          <p:cNvPr id="11268" name="NewFile">
            <a:extLst>
              <a:ext uri="{FF2B5EF4-FFF2-40B4-BE49-F238E27FC236}">
                <a16:creationId xmlns:a16="http://schemas.microsoft.com/office/drawing/2014/main" id="{398BFDD6-EE1D-2233-1BC7-9B7205573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1" y="911419"/>
            <a:ext cx="11590866" cy="495196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27682E-55F4-1E8E-3D74-DD36AAF5EC17}"/>
              </a:ext>
            </a:extLst>
          </p:cNvPr>
          <p:cNvSpPr/>
          <p:nvPr/>
        </p:nvSpPr>
        <p:spPr>
          <a:xfrm>
            <a:off x="2489200" y="3543300"/>
            <a:ext cx="8839200" cy="1663700"/>
          </a:xfrm>
          <a:prstGeom prst="roundRect">
            <a:avLst/>
          </a:prstGeom>
          <a:solidFill>
            <a:srgbClr val="007CAA">
              <a:alpha val="20000"/>
            </a:srgbClr>
          </a:solidFill>
          <a:ln>
            <a:solidFill>
              <a:srgbClr val="007CAA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solidFill>
                <a:srgbClr val="FFFFFF"/>
              </a:solidFill>
              <a:latin typeface="E+H Sans" panose="020B040405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1873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id="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1E45-B413-0AAD-097D-05F3401E8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6" name="Picture 8365">
            <a:extLst>
              <a:ext uri="{FF2B5EF4-FFF2-40B4-BE49-F238E27FC236}">
                <a16:creationId xmlns:a16="http://schemas.microsoft.com/office/drawing/2014/main" id="{60AE9E24-9AB4-5014-B6BD-6F056F580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925" y="1160462"/>
            <a:ext cx="7828149" cy="5113337"/>
          </a:xfrm>
          <a:prstGeom prst="rect">
            <a:avLst/>
          </a:prstGeom>
          <a:noFill/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7D5AC9-EA29-86A4-7EF8-4DF941130DC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Corbin Ferguson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83879C-95E5-7299-C98A-2B7D0B63F80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Slide </a:t>
            </a:r>
            <a:fld id="{C6F8E2D1-BFA0-484A-B7F1-E348F259475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C84BC-19BE-D2D3-DB6B-179BB01EE86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334963" y="194736"/>
            <a:ext cx="9674225" cy="180000"/>
          </a:xfrm>
        </p:spPr>
        <p:txBody>
          <a:bodyPr wrap="non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L5X Automation Build Tool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BCF97A-6A5E-DA70-0A21-4FF0D5A9B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 wrap="none" anchor="t">
            <a:normAutofit/>
          </a:bodyPr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077614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1D0FB-813C-A1A9-95BF-F0A18A2C1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889D74E-A641-8FCA-9F55-93231CDB5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290" y="1160462"/>
            <a:ext cx="9839419" cy="5113337"/>
          </a:xfrm>
          <a:prstGeom prst="rect">
            <a:avLst/>
          </a:prstGeom>
          <a:noFill/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C973FB-1860-D33D-FFB0-E373255B13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Corbin Ferguson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61633-550D-9192-7E16-88623F1FDD4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Slide </a:t>
            </a:r>
            <a:fld id="{C6F8E2D1-BFA0-484A-B7F1-E348F259475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CAB8-9A4F-6068-74B2-D5C8356B650C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334963" y="194736"/>
            <a:ext cx="9674225" cy="180000"/>
          </a:xfrm>
        </p:spPr>
        <p:txBody>
          <a:bodyPr wrap="non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/>
              <a:t>L5X Automation Build Tool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CB58C-1369-EDD7-5D5E-7C1E1415D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 wrap="none" anchor="t">
            <a:normAutofit/>
          </a:bodyPr>
          <a:lstStyle/>
          <a:p>
            <a:r>
              <a:rPr lang="en-US" dirty="0"/>
              <a:t>Class Diagram Cont.</a:t>
            </a:r>
          </a:p>
        </p:txBody>
      </p:sp>
    </p:spTree>
    <p:extLst>
      <p:ext uri="{BB962C8B-B14F-4D97-AF65-F5344CB8AC3E}">
        <p14:creationId xmlns:p14="http://schemas.microsoft.com/office/powerpoint/2010/main" val="1692918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8A11-EECC-9BC6-7865-43505416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8B76F-2AF4-F180-30B2-B28BCC59D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903913" cy="360041"/>
          </a:xfrm>
        </p:spPr>
        <p:txBody>
          <a:bodyPr/>
          <a:lstStyle/>
          <a:p>
            <a:r>
              <a:rPr lang="en-US" dirty="0"/>
              <a:t>New Elements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F89D-9B16-8125-D461-9AF251E3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F9346-2F50-F0FB-C237-28D282CCC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78C39363-BD0C-4CE6-8DE9-7D78215F2B9F}" type="slidenum">
              <a:rPr lang="en-US" smtClean="0"/>
              <a:t>15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B94696-3F28-AFA0-7505-55910BF18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2CA8AB4-E276-87CC-8117-E47CD1C4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6" y="89360"/>
            <a:ext cx="5867400" cy="611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AE53FD7-985C-4CAE-5485-DA0AC6FB44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7"/>
          <a:stretch>
            <a:fillRect/>
          </a:stretch>
        </p:blipFill>
        <p:spPr bwMode="auto">
          <a:xfrm>
            <a:off x="82103" y="1129116"/>
            <a:ext cx="6156773" cy="4734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0697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DF529-63FE-ADF8-53ED-6BE7FB507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76E2-5D10-E119-28DF-87EA10623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Element Editing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04ED2-D7AC-3763-1039-630C099F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C2B7C-90AB-FD77-3161-D3654154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99786A8-973E-49A8-9C43-0BE71F98A081}" type="slidenum">
              <a:rPr lang="en-US" smtClean="0"/>
              <a:t>16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6AD5B-E994-0A83-78C8-94E2F6F39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BB53261F-4A38-01BF-14A0-AC05F491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0591" y="194736"/>
            <a:ext cx="6482994" cy="572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369CFC5-7E6D-03BD-C62A-74FBF0D2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6" y="1482391"/>
            <a:ext cx="5677702" cy="372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6926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625B0-1796-38B2-E698-3B34B20C9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FC85-1B07-44D2-FDE2-EF7086F5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227637" cy="360041"/>
          </a:xfrm>
        </p:spPr>
        <p:txBody>
          <a:bodyPr/>
          <a:lstStyle/>
          <a:p>
            <a:r>
              <a:rPr lang="en-US" dirty="0"/>
              <a:t>File Management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5A5A9-9FDA-C1A8-1065-A63A10A5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1CD43-8250-6B96-E75B-3EB27A7B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DEE51C30-41E2-4709-97ED-40F16AE6C836}" type="slidenum">
              <a:rPr lang="en-US" smtClean="0"/>
              <a:t>17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1AD08B-0B64-BF87-BC8F-D31074D3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DC466C96-0AB2-BB88-7FF7-FDB1E7977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3657600"/>
            <a:ext cx="4882802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2FBC38D1-F10C-60BD-0423-A276CE6B9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6650" y="1274310"/>
            <a:ext cx="5703591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B65222FB-CA7D-3194-4E01-2EC0ADCE6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1445743"/>
            <a:ext cx="4880502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>
            <a:extLst>
              <a:ext uri="{FF2B5EF4-FFF2-40B4-BE49-F238E27FC236}">
                <a16:creationId xmlns:a16="http://schemas.microsoft.com/office/drawing/2014/main" id="{4666DD03-80DA-70E0-19B8-82E562016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187" y="3590907"/>
            <a:ext cx="5618325" cy="240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2458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3E07-841D-0CCD-502B-0FE388BB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99E63B-65A1-3030-DC23-CA1AF7150CC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A93D2-C404-5313-F354-72800B3D775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32B897BE-5B46-4D7A-8E5C-716C3CDA6A39}" type="slidenum">
              <a:rPr lang="en-US" smtClean="0"/>
              <a:t>18</a:t>
            </a:fld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F6E7F2-C333-13E7-6A23-E317DC8149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Live Demo!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6CDB0-B34B-8995-0E8B-C319A922B5B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620713"/>
            <a:ext cx="5227638" cy="360362"/>
          </a:xfrm>
        </p:spPr>
        <p:txBody>
          <a:bodyPr/>
          <a:lstStyle/>
          <a:p>
            <a:r>
              <a:rPr lang="en-US" dirty="0"/>
              <a:t>Application Demo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BEF8-5E91-2668-D8BE-7A069006F3A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195263"/>
            <a:ext cx="9674225" cy="179387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33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6D9B0-5B21-4CD0-D2A0-F8AC0DEF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6F43D-AFFC-E605-7E56-71EB15598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Test Structure &amp;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EC16664-E325-8471-1AD8-B4880252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tests are written in C# utilizing </a:t>
            </a:r>
            <a:r>
              <a:rPr lang="en-US" dirty="0" err="1"/>
              <a:t>MSTest</a:t>
            </a:r>
            <a:r>
              <a:rPr lang="en-US" dirty="0"/>
              <a:t>, and are split into 3 different namespaces:</a:t>
            </a:r>
          </a:p>
          <a:p>
            <a:r>
              <a:rPr lang="en-US" dirty="0" err="1"/>
              <a:t>ExecuteTests</a:t>
            </a:r>
            <a:endParaRPr lang="en-US" dirty="0"/>
          </a:p>
          <a:p>
            <a:pPr lvl="1"/>
            <a:r>
              <a:rPr lang="en-US" dirty="0"/>
              <a:t>Testing functionality for the core element handling sequences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XMLHandlerTests</a:t>
            </a:r>
            <a:endParaRPr lang="en-US" dirty="0"/>
          </a:p>
          <a:p>
            <a:pPr lvl="1"/>
            <a:r>
              <a:rPr lang="en-US" dirty="0"/>
              <a:t>Testing backend supporting helper functions</a:t>
            </a:r>
          </a:p>
          <a:p>
            <a:pPr lvl="1"/>
            <a:r>
              <a:rPr lang="en-US" dirty="0"/>
              <a:t>Verifying backend logic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GuiTesting</a:t>
            </a:r>
            <a:endParaRPr lang="en-US" dirty="0"/>
          </a:p>
          <a:p>
            <a:pPr lvl="1"/>
            <a:r>
              <a:rPr lang="en-US" dirty="0"/>
              <a:t>Verifying the window sequence chart</a:t>
            </a:r>
          </a:p>
          <a:p>
            <a:pPr lvl="1"/>
            <a:r>
              <a:rPr lang="en-US" dirty="0"/>
              <a:t>Utilizes FLAUI to automate </a:t>
            </a:r>
            <a:r>
              <a:rPr lang="en-US" dirty="0" err="1"/>
              <a:t>gui</a:t>
            </a:r>
            <a:r>
              <a:rPr lang="en-US" dirty="0"/>
              <a:t> window testing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DB054-09EC-A394-7273-8D1D2E86AF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ECA1D4-8F7A-C753-8672-BD5EB1593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BFF8BEA-C7AD-416A-8E1B-AC59D078A379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2FD224-F0F7-F993-25A4-D048F7216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245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A92DD050-2F4D-53AA-B5A1-03132F4C857B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5412" y="1226685"/>
            <a:ext cx="9674225" cy="47401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9166F1D-356D-D430-8690-D44E331B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6AFA48-EFB6-F88C-7B8D-881F87D6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6400F-0838-F216-1DBB-D4152119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358A1964-41C6-43E7-8879-EF27F633EDD1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8D6E66F-E242-71AD-8EBC-F768E937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9905586"/>
              </p:ext>
            </p:extLst>
          </p:nvPr>
        </p:nvGraphicFramePr>
        <p:xfrm>
          <a:off x="125413" y="1226684"/>
          <a:ext cx="8047037" cy="4740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00000000-0008-0000-00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5647747"/>
              </p:ext>
            </p:extLst>
          </p:nvPr>
        </p:nvGraphicFramePr>
        <p:xfrm>
          <a:off x="8172450" y="1226683"/>
          <a:ext cx="3952407" cy="15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A2AF21A1-874A-01E1-B7E9-D274CA6686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18224105"/>
              </p:ext>
            </p:extLst>
          </p:nvPr>
        </p:nvGraphicFramePr>
        <p:xfrm>
          <a:off x="8172450" y="2771774"/>
          <a:ext cx="3952407" cy="1545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33097FBC-2CBD-87D4-74AF-66102AD753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1755774"/>
              </p:ext>
            </p:extLst>
          </p:nvPr>
        </p:nvGraphicFramePr>
        <p:xfrm>
          <a:off x="8172450" y="4316865"/>
          <a:ext cx="3952407" cy="16500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66655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12D16D0-86CF-AF46-C7E4-9E991E80B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Start with clearly defined and detailed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Segment out and abstract classes from the start, interfaces were very helpful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Devote more time to comparing tool options early on, rather than running with the first tool that 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Integrate documentation work throughout development, rather than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Develop tests alongside application, not after the fact(test-driven development leads to cleaner code and easier debugging)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Keep a constant line of communication open with the client(Matt) for better workflow in system design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1C6F5-1471-06B7-C32B-59BCD081953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6A675-2BFE-99E9-F187-94EAE505286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389D2-E47D-4909-7C5F-8A4D84C4821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21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113C17-0C45-ADED-44EF-50665713E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</p:spTree>
    <p:extLst>
      <p:ext uri="{BB962C8B-B14F-4D97-AF65-F5344CB8AC3E}">
        <p14:creationId xmlns:p14="http://schemas.microsoft.com/office/powerpoint/2010/main" val="785037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2CB5-4411-5F8F-ECAD-B9723833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0547ECE-F4D6-7E7B-B957-03EBA9BFAC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Gained substantial experience in software design principles, test‑driven development practices, UML modeling, and project management techniques for single‑developer projects.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Application state OK but not shippable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Significant additional input and item‑level validation is required to ensure data integrity and make the tool viable for real‑world deployment.</a:t>
            </a:r>
          </a:p>
          <a:p>
            <a:pPr marL="703263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Still requires extensive manual corrections outside of the defined XML schema, reducing reliability and increasing error risk.</a:t>
            </a:r>
          </a:p>
          <a:p>
            <a:pPr marL="703263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Not all dependencies function like normal XML dependencies but are unique to L5X, meaning they cannot be included in the schema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CEC92F-70B2-5955-59BA-71F8FCCF76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D4DDF0-37C4-840E-A856-383B023B32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A1F705-1454-F7D1-51D1-6A08783759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22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DC8B36-B78B-74FC-1B96-372E60B3C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067535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6D799-83D0-D8E1-369F-8F93C173A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5AF43-050E-8DD3-2689-66CA57A259C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C20DA095-8283-4DCC-BA55-3B61E88C6181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28BF34A-F012-FD85-5856-2DB1DF0DEF6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Corbin Ferguson</a:t>
            </a:r>
          </a:p>
        </p:txBody>
      </p:sp>
      <p:pic>
        <p:nvPicPr>
          <p:cNvPr id="6146" name="Picture 2" descr="Bugs Bunny Thats All Folks GIFs | Tenor">
            <a:extLst>
              <a:ext uri="{FF2B5EF4-FFF2-40B4-BE49-F238E27FC236}">
                <a16:creationId xmlns:a16="http://schemas.microsoft.com/office/drawing/2014/main" id="{A503B4BB-4E87-4997-50B8-4D3E91401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018" y="702468"/>
            <a:ext cx="7359964" cy="5453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801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80E-EC27-6782-E840-077677AC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1007C77-2DF3-8DD9-8D8C-832A640C67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RSLogix5000_V35.xsd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https://literature.rockwellautomation.com/idc/groups/literature/documents/pm/1756-pm019_-en-p.pdf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https://literature.rockwellautomation.com/idc/groups/literature/documents/rm/1756-rm014_-en-p.pdf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5"/>
              </a:rPr>
              <a:t>System.Xml.Linq</a:t>
            </a:r>
            <a:r>
              <a:rPr lang="en-US" dirty="0">
                <a:hlinkClick r:id="rId5"/>
              </a:rPr>
              <a:t> Namespace | Microsoft Learn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6"/>
              </a:rPr>
              <a:t>devlooped</a:t>
            </a:r>
            <a:r>
              <a:rPr lang="en-US" dirty="0">
                <a:hlinkClick r:id="rId6"/>
              </a:rPr>
              <a:t>/</a:t>
            </a:r>
            <a:r>
              <a:rPr lang="en-US" dirty="0" err="1">
                <a:hlinkClick r:id="rId6"/>
              </a:rPr>
              <a:t>moq</a:t>
            </a:r>
            <a:r>
              <a:rPr lang="en-US" dirty="0">
                <a:hlinkClick r:id="rId6"/>
              </a:rPr>
              <a:t>: The most popular and friendly mocking framework for .NET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7"/>
              </a:rPr>
              <a:t>FlaUI</a:t>
            </a:r>
            <a:r>
              <a:rPr lang="en-US" dirty="0">
                <a:hlinkClick r:id="rId7"/>
              </a:rPr>
              <a:t>/</a:t>
            </a:r>
            <a:r>
              <a:rPr lang="en-US" dirty="0" err="1">
                <a:hlinkClick r:id="rId7"/>
              </a:rPr>
              <a:t>FlaUI</a:t>
            </a:r>
            <a:r>
              <a:rPr lang="en-US" dirty="0">
                <a:hlinkClick r:id="rId7"/>
              </a:rPr>
              <a:t>: UI automation library for </a:t>
            </a:r>
            <a:r>
              <a:rPr lang="en-US" dirty="0" err="1">
                <a:hlinkClick r:id="rId7"/>
              </a:rPr>
              <a:t>.Net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hlinkClick r:id="rId8"/>
              </a:rPr>
              <a:t>MSTest</a:t>
            </a:r>
            <a:r>
              <a:rPr lang="en-US" dirty="0">
                <a:hlinkClick r:id="rId8"/>
              </a:rPr>
              <a:t> overview - .NET | Microsoft Learn</a:t>
            </a:r>
            <a:endParaRPr lang="en-US" sz="20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89A25-DE32-EAA4-17EE-075AAEC9AF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33C15C-D89A-56B7-E112-A72F740A7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F4642-FAF3-185E-7CBC-239DE9E56FB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24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90D66-69B9-FCB3-4EE3-71E22ADE6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18690982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OPTIMIZATION" val="0"/>
  <p:tag name="PRESENTATIONFORMAT" val="2"/>
  <p:tag name="VERSINFO" val="EH1301"/>
  <p:tag name="LANGUAGE" val="1"/>
  <p:tag name="CLASSIF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MAGEFILE" val="ndomTitleImages\Service_01.jpg"/>
  <p:tag name="SHAPETYPE" val="imgTitleImage"/>
</p:tagLst>
</file>

<file path=ppt/theme/theme1.xml><?xml version="1.0" encoding="utf-8"?>
<a:theme xmlns:a="http://schemas.openxmlformats.org/drawingml/2006/main" name="E+H_OnScreen">
  <a:themeElements>
    <a:clrScheme name="E+H">
      <a:dk1>
        <a:srgbClr val="000000"/>
      </a:dk1>
      <a:lt1>
        <a:srgbClr val="FFFFFF"/>
      </a:lt1>
      <a:dk2>
        <a:srgbClr val="506671"/>
      </a:dk2>
      <a:lt2>
        <a:srgbClr val="009EE3"/>
      </a:lt2>
      <a:accent1>
        <a:srgbClr val="AED3E7"/>
      </a:accent1>
      <a:accent2>
        <a:srgbClr val="007CAA"/>
      </a:accent2>
      <a:accent3>
        <a:srgbClr val="00597A"/>
      </a:accent3>
      <a:accent4>
        <a:srgbClr val="009EE3"/>
      </a:accent4>
      <a:accent5>
        <a:srgbClr val="7B0040"/>
      </a:accent5>
      <a:accent6>
        <a:srgbClr val="506671"/>
      </a:accent6>
      <a:hlink>
        <a:srgbClr val="009EE3"/>
      </a:hlink>
      <a:folHlink>
        <a:srgbClr val="8FA2AC"/>
      </a:folHlink>
    </a:clrScheme>
    <a:fontScheme name="E+H Serif">
      <a:majorFont>
        <a:latin typeface="E+H Serif"/>
        <a:ea typeface=""/>
        <a:cs typeface=""/>
      </a:majorFont>
      <a:minorFont>
        <a:latin typeface="E+H Serif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CAA"/>
        </a:solidFill>
        <a:ln>
          <a:noFill/>
        </a:ln>
      </a:spPr>
      <a:bodyPr rtlCol="0" anchor="ctr"/>
      <a:lstStyle>
        <a:defPPr algn="ctr">
          <a:defRPr sz="2000" dirty="0" err="1" smtClean="0">
            <a:solidFill>
              <a:srgbClr val="FFFFFF"/>
            </a:solidFill>
            <a:latin typeface="E+H Sans" panose="020B040405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007CAA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2000" dirty="0" err="1" smtClean="0">
            <a:latin typeface="E+H Serif" pitchFamily="18" charset="0"/>
          </a:defRPr>
        </a:defPPr>
      </a:lstStyle>
    </a:txDef>
  </a:objectDefaults>
  <a:extraClrSchemeLst>
    <a:extraClrScheme>
      <a:clrScheme name="Endress+Hauser">
        <a:dk1>
          <a:srgbClr val="000000"/>
        </a:dk1>
        <a:lt1>
          <a:srgbClr val="FFFFFF"/>
        </a:lt1>
        <a:dk2>
          <a:srgbClr val="506671"/>
        </a:dk2>
        <a:lt2>
          <a:srgbClr val="009EE3"/>
        </a:lt2>
        <a:accent1>
          <a:srgbClr val="AED3E7"/>
        </a:accent1>
        <a:accent2>
          <a:srgbClr val="007CAA"/>
        </a:accent2>
        <a:accent3>
          <a:srgbClr val="00597A"/>
        </a:accent3>
        <a:accent4>
          <a:srgbClr val="009EE3"/>
        </a:accent4>
        <a:accent5>
          <a:srgbClr val="7B0040"/>
        </a:accent5>
        <a:accent6>
          <a:srgbClr val="506671"/>
        </a:accent6>
        <a:hlink>
          <a:srgbClr val="009EE3"/>
        </a:hlink>
        <a:folHlink>
          <a:srgbClr val="8FA2AC"/>
        </a:folHlink>
      </a:clrScheme>
    </a:extraClrScheme>
  </a:extraClrSchemeLst>
  <a:extLst>
    <a:ext uri="{05A4C25C-085E-4340-85A3-A5531E510DB2}">
      <thm15:themeFamily xmlns:thm15="http://schemas.microsoft.com/office/thememl/2012/main" name="E+H_InitialSlideSet.potx" id="{DF54A69C-F914-4681-A195-F8A3284AFA9A}" vid="{3369E32C-92D1-4FDE-B296-649F141072C4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ff469461-7529-4054-b699-f189b0470135">JMTRRF7WE2PD-394290014-179107</_dlc_DocId>
    <_dlc_DocIdUrl xmlns="ff469461-7529-4054-b699-f189b0470135">
      <Url>https://endresshauser.sharepoint.com/teams/wg0002545/_layouts/15/DocIdRedir.aspx?ID=JMTRRF7WE2PD-394290014-179107</Url>
      <Description>JMTRRF7WE2PD-394290014-179107</Description>
    </_dlc_DocIdUrl>
    <lcf76f155ced4ddcb4097134ff3c332f xmlns="fd34c5d5-5d34-46ed-9bd0-fe73508393dd">
      <Terms xmlns="http://schemas.microsoft.com/office/infopath/2007/PartnerControls"/>
    </lcf76f155ced4ddcb4097134ff3c332f>
    <TaxKeywordTaxHTField xmlns="ff469461-7529-4054-b699-f189b0470135">
      <Terms xmlns="http://schemas.microsoft.com/office/infopath/2007/PartnerControls"/>
    </TaxKeywordTaxHTField>
    <TaxCatchAll xmlns="ff469461-7529-4054-b699-f189b047013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DC6CC76FF9184F853A569783F97413" ma:contentTypeVersion="22" ma:contentTypeDescription="Create a new document." ma:contentTypeScope="" ma:versionID="fafba55adc5922abf3c9c892f4cb72c7">
  <xsd:schema xmlns:xsd="http://www.w3.org/2001/XMLSchema" xmlns:xs="http://www.w3.org/2001/XMLSchema" xmlns:p="http://schemas.microsoft.com/office/2006/metadata/properties" xmlns:ns2="ff469461-7529-4054-b699-f189b0470135" xmlns:ns3="fd34c5d5-5d34-46ed-9bd0-fe73508393dd" targetNamespace="http://schemas.microsoft.com/office/2006/metadata/properties" ma:root="true" ma:fieldsID="060795adfc307ec5b186d3bc1ba667bf" ns2:_="" ns3:_="">
    <xsd:import namespace="ff469461-7529-4054-b699-f189b0470135"/>
    <xsd:import namespace="fd34c5d5-5d34-46ed-9bd0-fe73508393dd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TaxKeywordTaxHTField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3:lcf76f155ced4ddcb4097134ff3c332f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469461-7529-4054-b699-f189b047013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KeywordTaxHTField" ma:index="12" nillable="true" ma:taxonomy="true" ma:internalName="TaxKeywordTaxHTField" ma:taxonomyFieldName="TaxKeyword" ma:displayName="Tags" ma:fieldId="{23f27201-bee3-471e-b2e7-b64fd8b7ca38}" ma:taxonomyMulti="true" ma:sspId="c6465ffd-3483-425a-9bf3-5cb225f4cc5f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09649c06-1b9c-48a3-bb07-3f572e4e6146}" ma:internalName="TaxCatchAll" ma:showField="CatchAllData" ma:web="ff469461-7529-4054-b699-f189b047013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34c5d5-5d34-46ed-9bd0-fe73508393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6465ffd-3483-425a-9bf3-5cb225f4cc5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5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DCD54E-E6D4-44B7-9C63-36A87B0BC892}">
  <ds:schemaRefs>
    <ds:schemaRef ds:uri="http://schemas.microsoft.com/office/2006/metadata/properties"/>
    <ds:schemaRef ds:uri="http://schemas.microsoft.com/office/infopath/2007/PartnerControls"/>
    <ds:schemaRef ds:uri="ff469461-7529-4054-b699-f189b0470135"/>
    <ds:schemaRef ds:uri="fd34c5d5-5d34-46ed-9bd0-fe73508393dd"/>
  </ds:schemaRefs>
</ds:datastoreItem>
</file>

<file path=customXml/itemProps2.xml><?xml version="1.0" encoding="utf-8"?>
<ds:datastoreItem xmlns:ds="http://schemas.openxmlformats.org/officeDocument/2006/customXml" ds:itemID="{9DFD6D4B-0724-4B51-A318-8F6196A403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469461-7529-4054-b699-f189b0470135"/>
    <ds:schemaRef ds:uri="fd34c5d5-5d34-46ed-9bd0-fe73508393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E2F94C8-66CF-41ED-818B-048931D25A1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A6D3E88B-1A5A-4B73-80E5-69C18FD07D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988f0a4-524a-45f2-829d-417725fa4957}" enabled="1" method="Standard" siteId="{52daf2a9-3b73-4da4-ac6a-3f81adc92b7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E+H_InitialSlideSet</Template>
  <TotalTime>0</TotalTime>
  <Words>872</Words>
  <Application>Microsoft Office PowerPoint</Application>
  <PresentationFormat>Widescreen</PresentationFormat>
  <Paragraphs>170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E+H Sans</vt:lpstr>
      <vt:lpstr>E+H Serif</vt:lpstr>
      <vt:lpstr>Wingdings</vt:lpstr>
      <vt:lpstr>E+H_OnScreen</vt:lpstr>
      <vt:lpstr>L5X Automation Build Tool</vt:lpstr>
      <vt:lpstr>Outline</vt:lpstr>
      <vt:lpstr>Project Goals</vt:lpstr>
      <vt:lpstr>Design Timeline</vt:lpstr>
      <vt:lpstr>Necessary Features</vt:lpstr>
      <vt:lpstr>Application Tools</vt:lpstr>
      <vt:lpstr>GUI Displays Flowchart</vt:lpstr>
      <vt:lpstr>GUI Displays Flowchart</vt:lpstr>
      <vt:lpstr>New File Pathing</vt:lpstr>
      <vt:lpstr>New File Pathing</vt:lpstr>
      <vt:lpstr>New File Pathing</vt:lpstr>
      <vt:lpstr>New File Pathing</vt:lpstr>
      <vt:lpstr>Class Diagram</vt:lpstr>
      <vt:lpstr>Class Diagram Cont.</vt:lpstr>
      <vt:lpstr>New Elements Sequences Charts</vt:lpstr>
      <vt:lpstr>Element Editing Sequences Charts</vt:lpstr>
      <vt:lpstr>File Management Sequences Charts</vt:lpstr>
      <vt:lpstr>Application Demo</vt:lpstr>
      <vt:lpstr>Test Structure &amp; Tools</vt:lpstr>
      <vt:lpstr>Test Results</vt:lpstr>
      <vt:lpstr>Lessons Learned</vt:lpstr>
      <vt:lpstr>Conclusion</vt:lpstr>
      <vt:lpstr>PowerPoint Presentation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Ferguson</dc:creator>
  <cp:lastModifiedBy>Corbin Ferguson</cp:lastModifiedBy>
  <cp:revision>2</cp:revision>
  <dcterms:created xsi:type="dcterms:W3CDTF">2026-03-13T19:08:37Z</dcterms:created>
  <dcterms:modified xsi:type="dcterms:W3CDTF">2026-03-16T21:03:54Z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0x0101006EDC6CC76FF9184F853A569783F97413</vt:lpwstr>
  </property>
  <property fmtid="{D5CDD505-2E9C-101B-9397-08002B2CF9AE}" pid="3" name="_dlc_DocIdItemGuid">
    <vt:lpwstr>7a429d67-a513-432f-98ef-974a629e7ed5</vt:lpwstr>
  </property>
  <property fmtid="{D5CDD505-2E9C-101B-9397-08002B2CF9AE}" pid="4" name="TaxKeyword">
    <vt:lpwstr/>
  </property>
</Properties>
</file>