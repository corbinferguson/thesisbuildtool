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omments/modernComment_7FF64E2C_E0829901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6"/>
  </p:notesMasterIdLst>
  <p:handoutMasterIdLst>
    <p:handoutMasterId r:id="rId27"/>
  </p:handoutMasterIdLst>
  <p:sldIdLst>
    <p:sldId id="256" r:id="rId6"/>
    <p:sldId id="2146848302" r:id="rId7"/>
    <p:sldId id="257" r:id="rId8"/>
    <p:sldId id="2146848305" r:id="rId9"/>
    <p:sldId id="2146848304" r:id="rId10"/>
    <p:sldId id="2146848306" r:id="rId11"/>
    <p:sldId id="2146848319" r:id="rId12"/>
    <p:sldId id="2146848327" r:id="rId13"/>
    <p:sldId id="2146848322" r:id="rId14"/>
    <p:sldId id="2146848323" r:id="rId15"/>
    <p:sldId id="2146848318" r:id="rId16"/>
    <p:sldId id="2146848324" r:id="rId17"/>
    <p:sldId id="2146848325" r:id="rId18"/>
    <p:sldId id="2146848311" r:id="rId19"/>
    <p:sldId id="2146848310" r:id="rId20"/>
    <p:sldId id="2146848300" r:id="rId21"/>
    <p:sldId id="2146848312" r:id="rId22"/>
    <p:sldId id="2146848314" r:id="rId23"/>
    <p:sldId id="2146848313" r:id="rId24"/>
    <p:sldId id="2146848315" r:id="rId25"/>
  </p:sldIdLst>
  <p:sldSz cx="12192000" cy="6858000"/>
  <p:notesSz cx="6800850" cy="9926638"/>
  <p:custDataLst>
    <p:tags r:id="rId2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7469" userDrawn="1">
          <p15:clr>
            <a:srgbClr val="A4A3A4"/>
          </p15:clr>
        </p15:guide>
        <p15:guide id="5" pos="63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CB79AA-8EBF-1E57-EC02-8B657B2EB377}" name="Corbin Ferguson" initials="CF" userId="S::corbin.ferguson@endress.com::34a864e2-e65e-4cb2-823c-dc28f73f0e4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AA"/>
    <a:srgbClr val="000000"/>
    <a:srgbClr val="E6ECF0"/>
    <a:srgbClr val="FFFFFF"/>
    <a:srgbClr val="C3C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03B4B-CC56-43F1-8F18-BCA697229170}" v="452" dt="2026-03-19T14:02:29.746"/>
  </p1510:revLst>
</p1510:revInfo>
</file>

<file path=ppt/tableStyles.xml><?xml version="1.0" encoding="utf-8"?>
<a:tblStyleLst xmlns:a="http://schemas.openxmlformats.org/drawingml/2006/main" def="{DB7B71D2-CA9A-4C58-AE14-4B1EE718D6E4}">
  <a:tblStyle styleId="{DB7B71D2-CA9A-4C58-AE14-4B1EE718D6E4}" styleName="E+H">
    <a:tblBg>
      <a:effect>
        <a:effectLst/>
      </a:effect>
    </a:tblBg>
    <a:wholeTbl>
      <a:tcTxStyle b="off" i="of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dk1"/>
      </a:tcTxStyle>
      <a:tcStyle>
        <a:tcBdr/>
        <a:fill>
          <a:solidFill>
            <a:srgbClr val="E6ECF0"/>
          </a:solidFill>
        </a:fill>
      </a:tcStyle>
    </a:band1H>
    <a:band2H>
      <a:tcTxStyle b="off" i="off">
        <a:fontRef idx="minor"/>
        <a:schemeClr val="dk1"/>
      </a:tcTxStyle>
      <a:tcStyle>
        <a:tcBdr/>
        <a:fill>
          <a:solidFill>
            <a:srgbClr val="C3CED5"/>
          </a:solidFill>
        </a:fill>
      </a:tcStyle>
    </a:band2H>
    <a:band1V>
      <a:tcTxStyle b="off" i="off">
        <a:fontRef idx="minor"/>
        <a:schemeClr val="dk1"/>
      </a:tcTxStyle>
      <a:tcStyle>
        <a:tcBdr/>
        <a:fill>
          <a:solidFill>
            <a:srgbClr val="E6ECF0"/>
          </a:solidFill>
        </a:fill>
      </a:tcStyle>
    </a:band1V>
    <a:band2V>
      <a:tcTxStyle b="off" i="off">
        <a:fontRef idx="minor"/>
        <a:schemeClr val="dk1"/>
      </a:tcTxStyle>
      <a:tcStyle>
        <a:tcBdr/>
        <a:fill>
          <a:solidFill>
            <a:srgbClr val="C3CED5"/>
          </a:solidFill>
        </a:fill>
      </a:tcStyle>
    </a:band2V>
    <a:lastCol>
      <a:tcTxStyle b="off" i="off">
        <a:fontRef idx="minor"/>
        <a:schemeClr val="dk1"/>
      </a:tcTxStyle>
      <a:tcStyle>
        <a:tcBdr/>
        <a:fill>
          <a:noFill/>
        </a:fill>
      </a:tcStyle>
    </a:lastCol>
    <a:firstCol>
      <a:tcTxStyle b="off" i="off">
        <a:fontRef idx="minor"/>
        <a:schemeClr val="dk1"/>
      </a:tcTxStyle>
      <a:tcStyle>
        <a:tcBdr/>
        <a:fill>
          <a:noFill/>
        </a:fill>
      </a:tcStyle>
    </a:firstCol>
    <a:lastRow>
      <a:tcTxStyle b="on" i="off">
        <a:fontRef idx="minor"/>
        <a:schemeClr val="dk1"/>
      </a:tcTxStyle>
      <a:tcStyle>
        <a:tcBdr/>
        <a:fill>
          <a:solidFill>
            <a:srgbClr val="8FA2AC"/>
          </a:solidFill>
        </a:fill>
      </a:tcStyle>
    </a:lastRow>
    <a:firstRow>
      <a:tcTxStyle b="on" i="off">
        <a:fontRef idx="minor"/>
        <a:schemeClr val="dk1"/>
      </a:tcTxStyle>
      <a:tcStyle>
        <a:tcBdr/>
        <a:fill>
          <a:solidFill>
            <a:srgbClr val="8FA2AC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598" autoAdjust="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>
        <p:guide orient="horz" pos="731"/>
        <p:guide orient="horz" pos="3838"/>
        <p:guide pos="7469"/>
        <p:guide pos="63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-3744" y="-114"/>
      </p:cViewPr>
      <p:guideLst>
        <p:guide orient="horz" pos="3126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bin Ferguson" userId="34a864e2-e65e-4cb2-823c-dc28f73f0e40" providerId="ADAL" clId="{8D2D96CF-1319-4CCC-9EA9-073445628049}"/>
    <pc:docChg chg="undo redo custSel addSld delSld modSld sldOrd">
      <pc:chgData name="Corbin Ferguson" userId="34a864e2-e65e-4cb2-823c-dc28f73f0e40" providerId="ADAL" clId="{8D2D96CF-1319-4CCC-9EA9-073445628049}" dt="2026-03-19T14:13:12.636" v="2387" actId="2696"/>
      <pc:docMkLst>
        <pc:docMk/>
      </pc:docMkLst>
      <pc:sldChg chg="modSp mod">
        <pc:chgData name="Corbin Ferguson" userId="34a864e2-e65e-4cb2-823c-dc28f73f0e40" providerId="ADAL" clId="{8D2D96CF-1319-4CCC-9EA9-073445628049}" dt="2026-03-16T14:58:23.802" v="1005" actId="20577"/>
        <pc:sldMkLst>
          <pc:docMk/>
          <pc:sldMk cId="1806041311" sldId="256"/>
        </pc:sldMkLst>
        <pc:spChg chg="mod">
          <ac:chgData name="Corbin Ferguson" userId="34a864e2-e65e-4cb2-823c-dc28f73f0e40" providerId="ADAL" clId="{8D2D96CF-1319-4CCC-9EA9-073445628049}" dt="2026-03-16T14:58:23.802" v="1005" actId="20577"/>
          <ac:spMkLst>
            <pc:docMk/>
            <pc:sldMk cId="1806041311" sldId="256"/>
            <ac:spMk id="7" creationId="{05DBE8C5-106F-9E45-96DE-92C740078C67}"/>
          </ac:spMkLst>
        </pc:spChg>
      </pc:sldChg>
      <pc:sldChg chg="addSp delSp modSp mod">
        <pc:chgData name="Corbin Ferguson" userId="34a864e2-e65e-4cb2-823c-dc28f73f0e40" providerId="ADAL" clId="{8D2D96CF-1319-4CCC-9EA9-073445628049}" dt="2026-03-19T13:47:59.449" v="2101" actId="20577"/>
        <pc:sldMkLst>
          <pc:docMk/>
          <pc:sldMk cId="463964235" sldId="257"/>
        </pc:sldMkLst>
        <pc:spChg chg="mod">
          <ac:chgData name="Corbin Ferguson" userId="34a864e2-e65e-4cb2-823c-dc28f73f0e40" providerId="ADAL" clId="{8D2D96CF-1319-4CCC-9EA9-073445628049}" dt="2026-03-19T13:47:59.449" v="2101" actId="20577"/>
          <ac:spMkLst>
            <pc:docMk/>
            <pc:sldMk cId="463964235" sldId="257"/>
            <ac:spMk id="2" creationId="{00337666-7C19-635B-616A-B69C9D688B5F}"/>
          </ac:spMkLst>
        </pc:spChg>
        <pc:picChg chg="add mod">
          <ac:chgData name="Corbin Ferguson" userId="34a864e2-e65e-4cb2-823c-dc28f73f0e40" providerId="ADAL" clId="{8D2D96CF-1319-4CCC-9EA9-073445628049}" dt="2026-03-16T15:01:11.847" v="1024" actId="1076"/>
          <ac:picMkLst>
            <pc:docMk/>
            <pc:sldMk cId="463964235" sldId="257"/>
            <ac:picMk id="1028" creationId="{6C86E4AC-1B5D-4CB7-A176-9C365C540E23}"/>
          </ac:picMkLst>
        </pc:picChg>
        <pc:picChg chg="add mod">
          <ac:chgData name="Corbin Ferguson" userId="34a864e2-e65e-4cb2-823c-dc28f73f0e40" providerId="ADAL" clId="{8D2D96CF-1319-4CCC-9EA9-073445628049}" dt="2026-03-16T15:01:20.713" v="1025" actId="732"/>
          <ac:picMkLst>
            <pc:docMk/>
            <pc:sldMk cId="463964235" sldId="257"/>
            <ac:picMk id="1030" creationId="{84E072FF-ABEC-64D2-234E-9A5158069A12}"/>
          </ac:picMkLst>
        </pc:picChg>
      </pc:sldChg>
      <pc:sldChg chg="modSp mod">
        <pc:chgData name="Corbin Ferguson" userId="34a864e2-e65e-4cb2-823c-dc28f73f0e40" providerId="ADAL" clId="{8D2D96CF-1319-4CCC-9EA9-073445628049}" dt="2026-03-16T15:13:05.111" v="1343" actId="20577"/>
        <pc:sldMkLst>
          <pc:docMk/>
          <pc:sldMk cId="3766655233" sldId="2146848300"/>
        </pc:sldMkLst>
        <pc:spChg chg="mod">
          <ac:chgData name="Corbin Ferguson" userId="34a864e2-e65e-4cb2-823c-dc28f73f0e40" providerId="ADAL" clId="{8D2D96CF-1319-4CCC-9EA9-073445628049}" dt="2026-03-16T15:13:05.111" v="1343" actId="20577"/>
          <ac:spMkLst>
            <pc:docMk/>
            <pc:sldMk cId="3766655233" sldId="2146848300"/>
            <ac:spMk id="3" creationId="{69166F1D-356D-D430-8690-D44E331BF4F9}"/>
          </ac:spMkLst>
        </pc:spChg>
      </pc:sldChg>
      <pc:sldChg chg="modSp mod">
        <pc:chgData name="Corbin Ferguson" userId="34a864e2-e65e-4cb2-823c-dc28f73f0e40" providerId="ADAL" clId="{8D2D96CF-1319-4CCC-9EA9-073445628049}" dt="2026-03-16T15:06:18.204" v="1136" actId="20577"/>
        <pc:sldMkLst>
          <pc:docMk/>
          <pc:sldMk cId="189939056" sldId="2146848304"/>
        </pc:sldMkLst>
        <pc:spChg chg="mod">
          <ac:chgData name="Corbin Ferguson" userId="34a864e2-e65e-4cb2-823c-dc28f73f0e40" providerId="ADAL" clId="{8D2D96CF-1319-4CCC-9EA9-073445628049}" dt="2026-03-16T15:06:18.204" v="1136" actId="20577"/>
          <ac:spMkLst>
            <pc:docMk/>
            <pc:sldMk cId="189939056" sldId="2146848304"/>
            <ac:spMk id="13" creationId="{4B3CDBD9-BD4E-E7E3-A1E9-2D692BAA1734}"/>
          </ac:spMkLst>
        </pc:spChg>
      </pc:sldChg>
      <pc:sldChg chg="modSp mod ord">
        <pc:chgData name="Corbin Ferguson" userId="34a864e2-e65e-4cb2-823c-dc28f73f0e40" providerId="ADAL" clId="{8D2D96CF-1319-4CCC-9EA9-073445628049}" dt="2026-03-19T13:48:23.753" v="2164" actId="20577"/>
        <pc:sldMkLst>
          <pc:docMk/>
          <pc:sldMk cId="2928641305" sldId="2146848305"/>
        </pc:sldMkLst>
        <pc:spChg chg="mod">
          <ac:chgData name="Corbin Ferguson" userId="34a864e2-e65e-4cb2-823c-dc28f73f0e40" providerId="ADAL" clId="{8D2D96CF-1319-4CCC-9EA9-073445628049}" dt="2026-03-16T15:02:46.111" v="1042" actId="20577"/>
          <ac:spMkLst>
            <pc:docMk/>
            <pc:sldMk cId="2928641305" sldId="2146848305"/>
            <ac:spMk id="2" creationId="{A59311E1-2F3C-706B-E772-4C7FF4CB0DFD}"/>
          </ac:spMkLst>
        </pc:spChg>
        <pc:spChg chg="mod">
          <ac:chgData name="Corbin Ferguson" userId="34a864e2-e65e-4cb2-823c-dc28f73f0e40" providerId="ADAL" clId="{8D2D96CF-1319-4CCC-9EA9-073445628049}" dt="2026-03-19T13:48:23.753" v="2164" actId="20577"/>
          <ac:spMkLst>
            <pc:docMk/>
            <pc:sldMk cId="2928641305" sldId="2146848305"/>
            <ac:spMk id="13" creationId="{929D0112-3559-BA85-36ED-E2064B91FC9A}"/>
          </ac:spMkLst>
        </pc:spChg>
      </pc:sldChg>
      <pc:sldChg chg="modSp mod">
        <pc:chgData name="Corbin Ferguson" userId="34a864e2-e65e-4cb2-823c-dc28f73f0e40" providerId="ADAL" clId="{8D2D96CF-1319-4CCC-9EA9-073445628049}" dt="2026-03-16T14:38:49.156" v="491" actId="20577"/>
        <pc:sldMkLst>
          <pc:docMk/>
          <pc:sldMk cId="364984994" sldId="2146848306"/>
        </pc:sldMkLst>
        <pc:spChg chg="mod">
          <ac:chgData name="Corbin Ferguson" userId="34a864e2-e65e-4cb2-823c-dc28f73f0e40" providerId="ADAL" clId="{8D2D96CF-1319-4CCC-9EA9-073445628049}" dt="2026-03-16T14:38:49.156" v="491" actId="20577"/>
          <ac:spMkLst>
            <pc:docMk/>
            <pc:sldMk cId="364984994" sldId="2146848306"/>
            <ac:spMk id="13" creationId="{ED6C0032-109D-5E6D-74D4-9A87B9B556F0}"/>
          </ac:spMkLst>
        </pc:spChg>
      </pc:sldChg>
      <pc:sldChg chg="del">
        <pc:chgData name="Corbin Ferguson" userId="34a864e2-e65e-4cb2-823c-dc28f73f0e40" providerId="ADAL" clId="{8D2D96CF-1319-4CCC-9EA9-073445628049}" dt="2026-03-19T13:39:17.423" v="2076" actId="2696"/>
        <pc:sldMkLst>
          <pc:docMk/>
          <pc:sldMk cId="1350697150" sldId="2146848307"/>
        </pc:sldMkLst>
      </pc:sldChg>
      <pc:sldChg chg="del">
        <pc:chgData name="Corbin Ferguson" userId="34a864e2-e65e-4cb2-823c-dc28f73f0e40" providerId="ADAL" clId="{8D2D96CF-1319-4CCC-9EA9-073445628049}" dt="2026-03-19T13:39:19.666" v="2077" actId="2696"/>
        <pc:sldMkLst>
          <pc:docMk/>
          <pc:sldMk cId="3038692604" sldId="2146848308"/>
        </pc:sldMkLst>
      </pc:sldChg>
      <pc:sldChg chg="addSp delSp modSp del mod">
        <pc:chgData name="Corbin Ferguson" userId="34a864e2-e65e-4cb2-823c-dc28f73f0e40" providerId="ADAL" clId="{8D2D96CF-1319-4CCC-9EA9-073445628049}" dt="2026-03-19T13:39:21.568" v="2078" actId="2696"/>
        <pc:sldMkLst>
          <pc:docMk/>
          <pc:sldMk cId="3092458060" sldId="2146848309"/>
        </pc:sldMkLst>
      </pc:sldChg>
      <pc:sldChg chg="modSp mod">
        <pc:chgData name="Corbin Ferguson" userId="34a864e2-e65e-4cb2-823c-dc28f73f0e40" providerId="ADAL" clId="{8D2D96CF-1319-4CCC-9EA9-073445628049}" dt="2026-03-16T14:42:17.759" v="600" actId="20577"/>
        <pc:sldMkLst>
          <pc:docMk/>
          <pc:sldMk cId="1957245743" sldId="2146848310"/>
        </pc:sldMkLst>
        <pc:spChg chg="mod">
          <ac:chgData name="Corbin Ferguson" userId="34a864e2-e65e-4cb2-823c-dc28f73f0e40" providerId="ADAL" clId="{8D2D96CF-1319-4CCC-9EA9-073445628049}" dt="2026-03-16T14:42:17.759" v="600" actId="20577"/>
          <ac:spMkLst>
            <pc:docMk/>
            <pc:sldMk cId="1957245743" sldId="2146848310"/>
            <ac:spMk id="13" creationId="{1EC16664-E325-8471-1AD8-B488025297CB}"/>
          </ac:spMkLst>
        </pc:spChg>
      </pc:sldChg>
      <pc:sldChg chg="addSp modSp mod modClrScheme chgLayout">
        <pc:chgData name="Corbin Ferguson" userId="34a864e2-e65e-4cb2-823c-dc28f73f0e40" providerId="ADAL" clId="{8D2D96CF-1319-4CCC-9EA9-073445628049}" dt="2026-03-16T15:08:24.308" v="1176" actId="20577"/>
        <pc:sldMkLst>
          <pc:docMk/>
          <pc:sldMk cId="765330338" sldId="2146848311"/>
        </pc:sldMkLst>
        <pc:spChg chg="mod ord">
          <ac:chgData name="Corbin Ferguson" userId="34a864e2-e65e-4cb2-823c-dc28f73f0e40" providerId="ADAL" clId="{8D2D96CF-1319-4CCC-9EA9-073445628049}" dt="2026-03-16T15:08:11.545" v="1166" actId="700"/>
          <ac:spMkLst>
            <pc:docMk/>
            <pc:sldMk cId="765330338" sldId="2146848311"/>
            <ac:spMk id="2" creationId="{39A6CDB0-B34B-8995-0E8B-C319A922B5B3}"/>
          </ac:spMkLst>
        </pc:spChg>
        <pc:spChg chg="add mod ord">
          <ac:chgData name="Corbin Ferguson" userId="34a864e2-e65e-4cb2-823c-dc28f73f0e40" providerId="ADAL" clId="{8D2D96CF-1319-4CCC-9EA9-073445628049}" dt="2026-03-16T15:08:24.308" v="1176" actId="20577"/>
          <ac:spMkLst>
            <pc:docMk/>
            <pc:sldMk cId="765330338" sldId="2146848311"/>
            <ac:spMk id="3" creationId="{63F6E7F2-C333-13E7-6A23-E317DC8149B0}"/>
          </ac:spMkLst>
        </pc:spChg>
        <pc:spChg chg="mod ord">
          <ac:chgData name="Corbin Ferguson" userId="34a864e2-e65e-4cb2-823c-dc28f73f0e40" providerId="ADAL" clId="{8D2D96CF-1319-4CCC-9EA9-073445628049}" dt="2026-03-16T15:08:11.545" v="1166" actId="700"/>
          <ac:spMkLst>
            <pc:docMk/>
            <pc:sldMk cId="765330338" sldId="2146848311"/>
            <ac:spMk id="4" creationId="{00FFBEF8-5E91-2668-D8BE-7A069006F3AD}"/>
          </ac:spMkLst>
        </pc:spChg>
        <pc:spChg chg="mod ord">
          <ac:chgData name="Corbin Ferguson" userId="34a864e2-e65e-4cb2-823c-dc28f73f0e40" providerId="ADAL" clId="{8D2D96CF-1319-4CCC-9EA9-073445628049}" dt="2026-03-16T15:08:11.545" v="1166" actId="700"/>
          <ac:spMkLst>
            <pc:docMk/>
            <pc:sldMk cId="765330338" sldId="2146848311"/>
            <ac:spMk id="7" creationId="{F24A93D2-C404-5313-F354-72800B3D775A}"/>
          </ac:spMkLst>
        </pc:spChg>
        <pc:spChg chg="mod ord">
          <ac:chgData name="Corbin Ferguson" userId="34a864e2-e65e-4cb2-823c-dc28f73f0e40" providerId="ADAL" clId="{8D2D96CF-1319-4CCC-9EA9-073445628049}" dt="2026-03-16T15:08:11.545" v="1166" actId="700"/>
          <ac:spMkLst>
            <pc:docMk/>
            <pc:sldMk cId="765330338" sldId="2146848311"/>
            <ac:spMk id="8" creationId="{0399E63B-65A1-3030-DC23-CA1AF7150CCF}"/>
          </ac:spMkLst>
        </pc:spChg>
      </pc:sldChg>
      <pc:sldChg chg="modSp mod">
        <pc:chgData name="Corbin Ferguson" userId="34a864e2-e65e-4cb2-823c-dc28f73f0e40" providerId="ADAL" clId="{8D2D96CF-1319-4CCC-9EA9-073445628049}" dt="2026-03-16T15:07:15.312" v="1165" actId="20577"/>
        <pc:sldMkLst>
          <pc:docMk/>
          <pc:sldMk cId="785037573" sldId="2146848312"/>
        </pc:sldMkLst>
        <pc:spChg chg="mod">
          <ac:chgData name="Corbin Ferguson" userId="34a864e2-e65e-4cb2-823c-dc28f73f0e40" providerId="ADAL" clId="{8D2D96CF-1319-4CCC-9EA9-073445628049}" dt="2026-03-16T15:07:15.312" v="1165" actId="20577"/>
          <ac:spMkLst>
            <pc:docMk/>
            <pc:sldMk cId="785037573" sldId="2146848312"/>
            <ac:spMk id="9" creationId="{F12D16D0-86CF-AF46-C7E4-9E991E80B9A8}"/>
          </ac:spMkLst>
        </pc:spChg>
      </pc:sldChg>
      <pc:sldChg chg="addSp modSp add mod">
        <pc:chgData name="Corbin Ferguson" userId="34a864e2-e65e-4cb2-823c-dc28f73f0e40" providerId="ADAL" clId="{8D2D96CF-1319-4CCC-9EA9-073445628049}" dt="2026-03-16T15:12:46.375" v="1342" actId="20577"/>
        <pc:sldMkLst>
          <pc:docMk/>
          <pc:sldMk cId="1067535560" sldId="2146848314"/>
        </pc:sldMkLst>
        <pc:spChg chg="mod">
          <ac:chgData name="Corbin Ferguson" userId="34a864e2-e65e-4cb2-823c-dc28f73f0e40" providerId="ADAL" clId="{8D2D96CF-1319-4CCC-9EA9-073445628049}" dt="2026-03-16T14:35:58.596" v="10" actId="20577"/>
          <ac:spMkLst>
            <pc:docMk/>
            <pc:sldMk cId="1067535560" sldId="2146848314"/>
            <ac:spMk id="2" creationId="{29DC8B36-B78B-74FC-1B96-372E60B3CCA5}"/>
          </ac:spMkLst>
        </pc:spChg>
        <pc:spChg chg="mod">
          <ac:chgData name="Corbin Ferguson" userId="34a864e2-e65e-4cb2-823c-dc28f73f0e40" providerId="ADAL" clId="{8D2D96CF-1319-4CCC-9EA9-073445628049}" dt="2026-03-16T15:12:46.375" v="1342" actId="20577"/>
          <ac:spMkLst>
            <pc:docMk/>
            <pc:sldMk cId="1067535560" sldId="2146848314"/>
            <ac:spMk id="9" creationId="{10547ECE-F4D6-7E7B-B957-03EBA9BFAC16}"/>
          </ac:spMkLst>
        </pc:spChg>
      </pc:sldChg>
      <pc:sldChg chg="modSp add mod ord">
        <pc:chgData name="Corbin Ferguson" userId="34a864e2-e65e-4cb2-823c-dc28f73f0e40" providerId="ADAL" clId="{8D2D96CF-1319-4CCC-9EA9-073445628049}" dt="2026-03-16T14:42:49.632" v="602"/>
        <pc:sldMkLst>
          <pc:docMk/>
          <pc:sldMk cId="1869098219" sldId="2146848315"/>
        </pc:sldMkLst>
        <pc:spChg chg="mod">
          <ac:chgData name="Corbin Ferguson" userId="34a864e2-e65e-4cb2-823c-dc28f73f0e40" providerId="ADAL" clId="{8D2D96CF-1319-4CCC-9EA9-073445628049}" dt="2026-03-16T14:39:31.709" v="503" actId="20577"/>
          <ac:spMkLst>
            <pc:docMk/>
            <pc:sldMk cId="1869098219" sldId="2146848315"/>
            <ac:spMk id="2" creationId="{42490D66-69B9-FCB3-4EE3-71E22ADE614D}"/>
          </ac:spMkLst>
        </pc:spChg>
        <pc:spChg chg="mod">
          <ac:chgData name="Corbin Ferguson" userId="34a864e2-e65e-4cb2-823c-dc28f73f0e40" providerId="ADAL" clId="{8D2D96CF-1319-4CCC-9EA9-073445628049}" dt="2026-03-16T14:42:49.632" v="602"/>
          <ac:spMkLst>
            <pc:docMk/>
            <pc:sldMk cId="1869098219" sldId="2146848315"/>
            <ac:spMk id="9" creationId="{01007C77-2DF3-8DD9-8D8C-832A640C674D}"/>
          </ac:spMkLst>
        </pc:spChg>
      </pc:sldChg>
      <pc:sldChg chg="addSp delSp modSp add del mod modClrScheme chgLayout">
        <pc:chgData name="Corbin Ferguson" userId="34a864e2-e65e-4cb2-823c-dc28f73f0e40" providerId="ADAL" clId="{8D2D96CF-1319-4CCC-9EA9-073445628049}" dt="2026-03-19T14:13:12.636" v="2387" actId="2696"/>
        <pc:sldMkLst>
          <pc:docMk/>
          <pc:sldMk cId="2077614573" sldId="2146848316"/>
        </pc:sldMkLst>
        <pc:spChg chg="mod ord">
          <ac:chgData name="Corbin Ferguson" userId="34a864e2-e65e-4cb2-823c-dc28f73f0e40" providerId="ADAL" clId="{8D2D96CF-1319-4CCC-9EA9-073445628049}" dt="2026-03-16T16:39:10.614" v="1550" actId="26606"/>
          <ac:spMkLst>
            <pc:docMk/>
            <pc:sldMk cId="2077614573" sldId="2146848316"/>
            <ac:spMk id="2" creationId="{07BCF97A-6A5E-DA70-0A21-4FF0D5A9B2D1}"/>
          </ac:spMkLst>
        </pc:spChg>
        <pc:spChg chg="mod ord">
          <ac:chgData name="Corbin Ferguson" userId="34a864e2-e65e-4cb2-823c-dc28f73f0e40" providerId="ADAL" clId="{8D2D96CF-1319-4CCC-9EA9-073445628049}" dt="2026-03-16T16:39:10.614" v="1550" actId="26606"/>
          <ac:spMkLst>
            <pc:docMk/>
            <pc:sldMk cId="2077614573" sldId="2146848316"/>
            <ac:spMk id="4" creationId="{6F1C84BC-19BE-D2D3-DB6B-179BB01EE861}"/>
          </ac:spMkLst>
        </pc:spChg>
        <pc:spChg chg="mod ord">
          <ac:chgData name="Corbin Ferguson" userId="34a864e2-e65e-4cb2-823c-dc28f73f0e40" providerId="ADAL" clId="{8D2D96CF-1319-4CCC-9EA9-073445628049}" dt="2026-03-16T16:39:10.614" v="1550" actId="26606"/>
          <ac:spMkLst>
            <pc:docMk/>
            <pc:sldMk cId="2077614573" sldId="2146848316"/>
            <ac:spMk id="7" creationId="{3583879C-95E5-7299-C98A-2B7D0B63F807}"/>
          </ac:spMkLst>
        </pc:spChg>
        <pc:spChg chg="mod ord">
          <ac:chgData name="Corbin Ferguson" userId="34a864e2-e65e-4cb2-823c-dc28f73f0e40" providerId="ADAL" clId="{8D2D96CF-1319-4CCC-9EA9-073445628049}" dt="2026-03-16T16:39:10.614" v="1550" actId="26606"/>
          <ac:spMkLst>
            <pc:docMk/>
            <pc:sldMk cId="2077614573" sldId="2146848316"/>
            <ac:spMk id="8" creationId="{4C7D5AC9-EA29-86A4-7EF8-4DF941130DC8}"/>
          </ac:spMkLst>
        </pc:spChg>
        <pc:picChg chg="add mod ord">
          <ac:chgData name="Corbin Ferguson" userId="34a864e2-e65e-4cb2-823c-dc28f73f0e40" providerId="ADAL" clId="{8D2D96CF-1319-4CCC-9EA9-073445628049}" dt="2026-03-16T17:39:26.042" v="1566" actId="26606"/>
          <ac:picMkLst>
            <pc:docMk/>
            <pc:sldMk cId="2077614573" sldId="2146848316"/>
            <ac:picMk id="8366" creationId="{60AE9E24-9AB4-5014-B6BD-6F056F5807BA}"/>
          </ac:picMkLst>
        </pc:picChg>
      </pc:sldChg>
      <pc:sldChg chg="addSp delSp modSp add del mod">
        <pc:chgData name="Corbin Ferguson" userId="34a864e2-e65e-4cb2-823c-dc28f73f0e40" providerId="ADAL" clId="{8D2D96CF-1319-4CCC-9EA9-073445628049}" dt="2026-03-19T14:13:06.763" v="2386" actId="2696"/>
        <pc:sldMkLst>
          <pc:docMk/>
          <pc:sldMk cId="1692918807" sldId="2146848317"/>
        </pc:sldMkLst>
        <pc:spChg chg="mod">
          <ac:chgData name="Corbin Ferguson" userId="34a864e2-e65e-4cb2-823c-dc28f73f0e40" providerId="ADAL" clId="{8D2D96CF-1319-4CCC-9EA9-073445628049}" dt="2026-03-16T16:16:24.772" v="1525" actId="20577"/>
          <ac:spMkLst>
            <pc:docMk/>
            <pc:sldMk cId="1692918807" sldId="2146848317"/>
            <ac:spMk id="2" creationId="{5EBCB58C-1369-EDD7-5D5E-7C1E1415DB2E}"/>
          </ac:spMkLst>
        </pc:spChg>
        <pc:picChg chg="add mod ord">
          <ac:chgData name="Corbin Ferguson" userId="34a864e2-e65e-4cb2-823c-dc28f73f0e40" providerId="ADAL" clId="{8D2D96CF-1319-4CCC-9EA9-073445628049}" dt="2026-03-16T16:46:09.342" v="1562" actId="26606"/>
          <ac:picMkLst>
            <pc:docMk/>
            <pc:sldMk cId="1692918807" sldId="2146848317"/>
            <ac:picMk id="9" creationId="{A889D74E-A641-8FCA-9F55-93231CDB546D}"/>
          </ac:picMkLst>
        </pc:picChg>
      </pc:sldChg>
      <pc:sldChg chg="addSp delSp modSp add mod modTransition delAnim modAnim">
        <pc:chgData name="Corbin Ferguson" userId="34a864e2-e65e-4cb2-823c-dc28f73f0e40" providerId="ADAL" clId="{8D2D96CF-1319-4CCC-9EA9-073445628049}" dt="2026-03-16T20:58:06.345" v="2029" actId="1035"/>
        <pc:sldMkLst>
          <pc:docMk/>
          <pc:sldMk cId="3831013115" sldId="2146848318"/>
        </pc:sldMkLst>
        <pc:spChg chg="mod">
          <ac:chgData name="Corbin Ferguson" userId="34a864e2-e65e-4cb2-823c-dc28f73f0e40" providerId="ADAL" clId="{8D2D96CF-1319-4CCC-9EA9-073445628049}" dt="2026-03-16T20:06:27.829" v="1625" actId="20577"/>
          <ac:spMkLst>
            <pc:docMk/>
            <pc:sldMk cId="3831013115" sldId="2146848318"/>
            <ac:spMk id="2" creationId="{C6FD6CC9-4051-8C8E-6F53-6558CC8D4A8F}"/>
          </ac:spMkLst>
        </pc:spChg>
        <pc:spChg chg="add mod">
          <ac:chgData name="Corbin Ferguson" userId="34a864e2-e65e-4cb2-823c-dc28f73f0e40" providerId="ADAL" clId="{8D2D96CF-1319-4CCC-9EA9-073445628049}" dt="2026-03-16T20:58:06.345" v="2029" actId="1035"/>
          <ac:spMkLst>
            <pc:docMk/>
            <pc:sldMk cId="3831013115" sldId="2146848318"/>
            <ac:spMk id="11" creationId="{C63E6493-7963-69F9-0E49-FBFB34C98CC6}"/>
          </ac:spMkLst>
        </pc:spChg>
        <pc:picChg chg="add mod ord modCrop">
          <ac:chgData name="Corbin Ferguson" userId="34a864e2-e65e-4cb2-823c-dc28f73f0e40" providerId="ADAL" clId="{8D2D96CF-1319-4CCC-9EA9-073445628049}" dt="2026-03-16T20:54:25.304" v="2000" actId="14100"/>
          <ac:picMkLst>
            <pc:docMk/>
            <pc:sldMk cId="3831013115" sldId="2146848318"/>
            <ac:picMk id="10" creationId="{36552AD4-E539-C4C4-F016-02E1B6D7EFCF}"/>
          </ac:picMkLst>
        </pc:picChg>
        <pc:picChg chg="mod ord modVis modCrop">
          <ac:chgData name="Corbin Ferguson" userId="34a864e2-e65e-4cb2-823c-dc28f73f0e40" providerId="ADAL" clId="{8D2D96CF-1319-4CCC-9EA9-073445628049}" dt="2026-03-16T20:58:06.345" v="2029" actId="1035"/>
          <ac:picMkLst>
            <pc:docMk/>
            <pc:sldMk cId="3831013115" sldId="2146848318"/>
            <ac:picMk id="15" creationId="{5956B2B1-2846-2DBE-61A6-5C404403D377}"/>
          </ac:picMkLst>
        </pc:picChg>
      </pc:sldChg>
      <pc:sldChg chg="addSp delSp modSp add mod ord modAnim">
        <pc:chgData name="Corbin Ferguson" userId="34a864e2-e65e-4cb2-823c-dc28f73f0e40" providerId="ADAL" clId="{8D2D96CF-1319-4CCC-9EA9-073445628049}" dt="2026-03-19T13:40:03.956" v="2081" actId="14861"/>
        <pc:sldMkLst>
          <pc:docMk/>
          <pc:sldMk cId="3493033771" sldId="2146848319"/>
        </pc:sldMkLst>
        <pc:spChg chg="mod">
          <ac:chgData name="Corbin Ferguson" userId="34a864e2-e65e-4cb2-823c-dc28f73f0e40" providerId="ADAL" clId="{8D2D96CF-1319-4CCC-9EA9-073445628049}" dt="2026-03-19T13:40:03.956" v="2081" actId="14861"/>
          <ac:spMkLst>
            <pc:docMk/>
            <pc:sldMk cId="3493033771" sldId="2146848319"/>
            <ac:spMk id="3" creationId="{ED261959-73BE-AC8F-A9DA-6CAEF5E9BB95}"/>
          </ac:spMkLst>
        </pc:spChg>
        <pc:picChg chg="add del">
          <ac:chgData name="Corbin Ferguson" userId="34a864e2-e65e-4cb2-823c-dc28f73f0e40" providerId="ADAL" clId="{8D2D96CF-1319-4CCC-9EA9-073445628049}" dt="2026-03-16T20:16:25.821" v="1700" actId="478"/>
          <ac:picMkLst>
            <pc:docMk/>
            <pc:sldMk cId="3493033771" sldId="2146848319"/>
            <ac:picMk id="15" creationId="{D209E713-11DD-16BC-02AC-C8F52F87573B}"/>
          </ac:picMkLst>
        </pc:picChg>
        <pc:picChg chg="add mod">
          <ac:chgData name="Corbin Ferguson" userId="34a864e2-e65e-4cb2-823c-dc28f73f0e40" providerId="ADAL" clId="{8D2D96CF-1319-4CCC-9EA9-073445628049}" dt="2026-03-16T20:17:35.362" v="1711" actId="962"/>
          <ac:picMkLst>
            <pc:docMk/>
            <pc:sldMk cId="3493033771" sldId="2146848319"/>
            <ac:picMk id="10242" creationId="{461CD87D-B8E2-EBAC-C16F-E56594D3F499}"/>
          </ac:picMkLst>
        </pc:picChg>
      </pc:sldChg>
      <pc:sldChg chg="addSp delSp modSp add mod modTransition modAnim">
        <pc:chgData name="Corbin Ferguson" userId="34a864e2-e65e-4cb2-823c-dc28f73f0e40" providerId="ADAL" clId="{8D2D96CF-1319-4CCC-9EA9-073445628049}" dt="2026-03-19T13:40:16.753" v="2084" actId="14861"/>
        <pc:sldMkLst>
          <pc:docMk/>
          <pc:sldMk cId="462985986" sldId="2146848322"/>
        </pc:sldMkLst>
        <pc:spChg chg="add mod ord">
          <ac:chgData name="Corbin Ferguson" userId="34a864e2-e65e-4cb2-823c-dc28f73f0e40" providerId="ADAL" clId="{8D2D96CF-1319-4CCC-9EA9-073445628049}" dt="2026-03-19T13:40:16.753" v="2084" actId="14861"/>
          <ac:spMkLst>
            <pc:docMk/>
            <pc:sldMk cId="462985986" sldId="2146848322"/>
            <ac:spMk id="6" creationId="{F97ADB1C-4CC1-050A-F7E0-C59FABA26D8C}"/>
          </ac:spMkLst>
        </pc:spChg>
        <pc:picChg chg="add mod modVis">
          <ac:chgData name="Corbin Ferguson" userId="34a864e2-e65e-4cb2-823c-dc28f73f0e40" providerId="ADAL" clId="{8D2D96CF-1319-4CCC-9EA9-073445628049}" dt="2026-03-16T20:36:12.514" v="1900" actId="14429"/>
          <ac:picMkLst>
            <pc:docMk/>
            <pc:sldMk cId="462985986" sldId="2146848322"/>
            <ac:picMk id="5" creationId="{771B8AC6-311F-3E75-33C2-615158918A8C}"/>
          </ac:picMkLst>
        </pc:picChg>
        <pc:picChg chg="add mod modCrop">
          <ac:chgData name="Corbin Ferguson" userId="34a864e2-e65e-4cb2-823c-dc28f73f0e40" providerId="ADAL" clId="{8D2D96CF-1319-4CCC-9EA9-073445628049}" dt="2026-03-16T20:33:42.403" v="1850" actId="962"/>
          <ac:picMkLst>
            <pc:docMk/>
            <pc:sldMk cId="462985986" sldId="2146848322"/>
            <ac:picMk id="10" creationId="{A8BD3308-9470-9AF2-87BA-D34E2A93E67A}"/>
          </ac:picMkLst>
        </pc:picChg>
        <pc:picChg chg="mod modVis">
          <ac:chgData name="Corbin Ferguson" userId="34a864e2-e65e-4cb2-823c-dc28f73f0e40" providerId="ADAL" clId="{8D2D96CF-1319-4CCC-9EA9-073445628049}" dt="2026-03-16T20:36:24.671" v="1902" actId="14429"/>
          <ac:picMkLst>
            <pc:docMk/>
            <pc:sldMk cId="462985986" sldId="2146848322"/>
            <ac:picMk id="10242" creationId="{F222EBA9-47DB-A494-0A25-7CD0A39D0D61}"/>
          </ac:picMkLst>
        </pc:picChg>
      </pc:sldChg>
      <pc:sldChg chg="addSp delSp modSp add mod ord delAnim modAnim">
        <pc:chgData name="Corbin Ferguson" userId="34a864e2-e65e-4cb2-823c-dc28f73f0e40" providerId="ADAL" clId="{8D2D96CF-1319-4CCC-9EA9-073445628049}" dt="2026-03-16T20:55:06.654" v="2002" actId="732"/>
        <pc:sldMkLst>
          <pc:docMk/>
          <pc:sldMk cId="1670292182" sldId="2146848323"/>
        </pc:sldMkLst>
        <pc:spChg chg="add mod">
          <ac:chgData name="Corbin Ferguson" userId="34a864e2-e65e-4cb2-823c-dc28f73f0e40" providerId="ADAL" clId="{8D2D96CF-1319-4CCC-9EA9-073445628049}" dt="2026-03-16T20:44:01.003" v="1951" actId="207"/>
          <ac:spMkLst>
            <pc:docMk/>
            <pc:sldMk cId="1670292182" sldId="2146848323"/>
            <ac:spMk id="11" creationId="{BBDD576A-A414-9915-960B-C7192C1A13D8}"/>
          </ac:spMkLst>
        </pc:spChg>
        <pc:picChg chg="mod ord">
          <ac:chgData name="Corbin Ferguson" userId="34a864e2-e65e-4cb2-823c-dc28f73f0e40" providerId="ADAL" clId="{8D2D96CF-1319-4CCC-9EA9-073445628049}" dt="2026-03-16T20:42:31.830" v="1945" actId="13244"/>
          <ac:picMkLst>
            <pc:docMk/>
            <pc:sldMk cId="1670292182" sldId="2146848323"/>
            <ac:picMk id="6" creationId="{BF17B26E-CEBE-31E2-A928-A78B0BE175DA}"/>
          </ac:picMkLst>
        </pc:picChg>
        <pc:picChg chg="add mod modCrop">
          <ac:chgData name="Corbin Ferguson" userId="34a864e2-e65e-4cb2-823c-dc28f73f0e40" providerId="ADAL" clId="{8D2D96CF-1319-4CCC-9EA9-073445628049}" dt="2026-03-16T20:55:06.654" v="2002" actId="732"/>
          <ac:picMkLst>
            <pc:docMk/>
            <pc:sldMk cId="1670292182" sldId="2146848323"/>
            <ac:picMk id="11268" creationId="{14AE5F5A-6C88-0F58-A592-0FB668BF99DA}"/>
          </ac:picMkLst>
        </pc:picChg>
      </pc:sldChg>
      <pc:sldChg chg="addSp delSp modSp add mod delAnim modAnim">
        <pc:chgData name="Corbin Ferguson" userId="34a864e2-e65e-4cb2-823c-dc28f73f0e40" providerId="ADAL" clId="{8D2D96CF-1319-4CCC-9EA9-073445628049}" dt="2026-03-16T21:01:16.352" v="2046"/>
        <pc:sldMkLst>
          <pc:docMk/>
          <pc:sldMk cId="2455060311" sldId="2146848324"/>
        </pc:sldMkLst>
        <pc:spChg chg="add mod">
          <ac:chgData name="Corbin Ferguson" userId="34a864e2-e65e-4cb2-823c-dc28f73f0e40" providerId="ADAL" clId="{8D2D96CF-1319-4CCC-9EA9-073445628049}" dt="2026-03-16T20:58:38.750" v="2043" actId="14100"/>
          <ac:spMkLst>
            <pc:docMk/>
            <pc:sldMk cId="2455060311" sldId="2146848324"/>
            <ac:spMk id="6" creationId="{A38A10BF-2126-40C7-FAE5-7BBF6C867EF1}"/>
          </ac:spMkLst>
        </pc:spChg>
        <pc:picChg chg="add mod">
          <ac:chgData name="Corbin Ferguson" userId="34a864e2-e65e-4cb2-823c-dc28f73f0e40" providerId="ADAL" clId="{8D2D96CF-1319-4CCC-9EA9-073445628049}" dt="2026-03-16T20:57:53.186" v="2021" actId="14100"/>
          <ac:picMkLst>
            <pc:docMk/>
            <pc:sldMk cId="2455060311" sldId="2146848324"/>
            <ac:picMk id="5" creationId="{BE5C2147-6B8C-1D93-D1D8-4113A963D2D0}"/>
          </ac:picMkLst>
        </pc:picChg>
        <pc:picChg chg="mod">
          <ac:chgData name="Corbin Ferguson" userId="34a864e2-e65e-4cb2-823c-dc28f73f0e40" providerId="ADAL" clId="{8D2D96CF-1319-4CCC-9EA9-073445628049}" dt="2026-03-16T20:58:13.772" v="2039" actId="14100"/>
          <ac:picMkLst>
            <pc:docMk/>
            <pc:sldMk cId="2455060311" sldId="2146848324"/>
            <ac:picMk id="15" creationId="{17752B2B-1B72-2430-A670-818B3CCFD41D}"/>
          </ac:picMkLst>
        </pc:picChg>
      </pc:sldChg>
      <pc:sldChg chg="addSp delSp modSp add mod ord delAnim modAnim">
        <pc:chgData name="Corbin Ferguson" userId="34a864e2-e65e-4cb2-823c-dc28f73f0e40" providerId="ADAL" clId="{8D2D96CF-1319-4CCC-9EA9-073445628049}" dt="2026-03-16T21:03:53.279" v="2075" actId="1036"/>
        <pc:sldMkLst>
          <pc:docMk/>
          <pc:sldMk cId="935187346" sldId="2146848325"/>
        </pc:sldMkLst>
        <pc:spChg chg="mod">
          <ac:chgData name="Corbin Ferguson" userId="34a864e2-e65e-4cb2-823c-dc28f73f0e40" providerId="ADAL" clId="{8D2D96CF-1319-4CCC-9EA9-073445628049}" dt="2026-03-16T21:01:46.105" v="2051" actId="14100"/>
          <ac:spMkLst>
            <pc:docMk/>
            <pc:sldMk cId="935187346" sldId="2146848325"/>
            <ac:spMk id="11" creationId="{E527682E-55F4-1E8E-3D74-DD36AAF5EC17}"/>
          </ac:spMkLst>
        </pc:spChg>
        <pc:picChg chg="add mod ord">
          <ac:chgData name="Corbin Ferguson" userId="34a864e2-e65e-4cb2-823c-dc28f73f0e40" providerId="ADAL" clId="{8D2D96CF-1319-4CCC-9EA9-073445628049}" dt="2026-03-16T21:03:53.279" v="2075" actId="1036"/>
          <ac:picMkLst>
            <pc:docMk/>
            <pc:sldMk cId="935187346" sldId="2146848325"/>
            <ac:picMk id="3" creationId="{A34E6259-020A-CE8B-AC93-FDF3B8CB5BB9}"/>
          </ac:picMkLst>
        </pc:picChg>
        <pc:picChg chg="mod modVis">
          <ac:chgData name="Corbin Ferguson" userId="34a864e2-e65e-4cb2-823c-dc28f73f0e40" providerId="ADAL" clId="{8D2D96CF-1319-4CCC-9EA9-073445628049}" dt="2026-03-16T21:03:45.465" v="2072" actId="14100"/>
          <ac:picMkLst>
            <pc:docMk/>
            <pc:sldMk cId="935187346" sldId="2146848325"/>
            <ac:picMk id="11268" creationId="{398BFDD6-EE1D-2233-1BC7-9B7205573827}"/>
          </ac:picMkLst>
        </pc:picChg>
      </pc:sldChg>
      <pc:sldChg chg="addSp delSp modSp new del mod modClrScheme chgLayout">
        <pc:chgData name="Corbin Ferguson" userId="34a864e2-e65e-4cb2-823c-dc28f73f0e40" providerId="ADAL" clId="{8D2D96CF-1319-4CCC-9EA9-073445628049}" dt="2026-03-19T14:12:06.718" v="2385" actId="2696"/>
        <pc:sldMkLst>
          <pc:docMk/>
          <pc:sldMk cId="3470561254" sldId="2146848326"/>
        </pc:sldMkLst>
        <pc:spChg chg="del mod ord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2" creationId="{FCF00E6F-4671-9471-4EC5-9538EAEC44A1}"/>
          </ac:spMkLst>
        </pc:spChg>
        <pc:spChg chg="del mod ord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3" creationId="{C7001ADC-AF92-2BA7-A190-5278CBD35477}"/>
          </ac:spMkLst>
        </pc:spChg>
        <pc:spChg chg="mod ord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4" creationId="{B86FED9A-7D42-F8C3-84B7-B2D90E62EC1E}"/>
          </ac:spMkLst>
        </pc:spChg>
        <pc:spChg chg="mod ord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5" creationId="{263147B8-9824-E340-582F-F6C5CA357488}"/>
          </ac:spMkLst>
        </pc:spChg>
        <pc:spChg chg="mod ord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6" creationId="{4A277EBD-EB34-B334-713F-EC88B56D6F4A}"/>
          </ac:spMkLst>
        </pc:spChg>
        <pc:spChg chg="del">
          <ac:chgData name="Corbin Ferguson" userId="34a864e2-e65e-4cb2-823c-dc28f73f0e40" providerId="ADAL" clId="{8D2D96CF-1319-4CCC-9EA9-073445628049}" dt="2026-03-19T13:53:56.815" v="2166" actId="700"/>
          <ac:spMkLst>
            <pc:docMk/>
            <pc:sldMk cId="3470561254" sldId="2146848326"/>
            <ac:spMk id="7" creationId="{05946096-7B26-2F75-5091-980FC4754DE5}"/>
          </ac:spMkLst>
        </pc:spChg>
        <pc:spChg chg="add mod ord">
          <ac:chgData name="Corbin Ferguson" userId="34a864e2-e65e-4cb2-823c-dc28f73f0e40" providerId="ADAL" clId="{8D2D96CF-1319-4CCC-9EA9-073445628049}" dt="2026-03-19T13:54:06.202" v="2181" actId="20577"/>
          <ac:spMkLst>
            <pc:docMk/>
            <pc:sldMk cId="3470561254" sldId="2146848326"/>
            <ac:spMk id="8" creationId="{88AA3733-1CD8-58BD-0417-C28D4C89287B}"/>
          </ac:spMkLst>
        </pc:spChg>
        <pc:spChg chg="add mod ord">
          <ac:chgData name="Corbin Ferguson" userId="34a864e2-e65e-4cb2-823c-dc28f73f0e40" providerId="ADAL" clId="{8D2D96CF-1319-4CCC-9EA9-073445628049}" dt="2026-03-19T13:54:34.157" v="2213" actId="6549"/>
          <ac:spMkLst>
            <pc:docMk/>
            <pc:sldMk cId="3470561254" sldId="2146848326"/>
            <ac:spMk id="9" creationId="{6CD9AD1D-4B8C-7F8E-A0E8-8F71CA76C531}"/>
          </ac:spMkLst>
        </pc:spChg>
        <pc:graphicFrameChg chg="add mod">
          <ac:chgData name="Corbin Ferguson" userId="34a864e2-e65e-4cb2-823c-dc28f73f0e40" providerId="ADAL" clId="{8D2D96CF-1319-4CCC-9EA9-073445628049}" dt="2026-03-19T13:54:00.910" v="2167"/>
          <ac:graphicFrameMkLst>
            <pc:docMk/>
            <pc:sldMk cId="3470561254" sldId="2146848326"/>
            <ac:graphicFrameMk id="10" creationId="{234D3189-3F03-97AD-17F5-EC2C4153963C}"/>
          </ac:graphicFrameMkLst>
        </pc:graphicFrameChg>
        <pc:graphicFrameChg chg="add mod">
          <ac:chgData name="Corbin Ferguson" userId="34a864e2-e65e-4cb2-823c-dc28f73f0e40" providerId="ADAL" clId="{8D2D96CF-1319-4CCC-9EA9-073445628049}" dt="2026-03-19T13:54:07.335" v="2182"/>
          <ac:graphicFrameMkLst>
            <pc:docMk/>
            <pc:sldMk cId="3470561254" sldId="2146848326"/>
            <ac:graphicFrameMk id="11" creationId="{96AB9561-A9A7-EE58-3E17-9095EC64CD70}"/>
          </ac:graphicFrameMkLst>
        </pc:graphicFrameChg>
      </pc:sldChg>
      <pc:sldChg chg="addSp delSp modSp new mod">
        <pc:chgData name="Corbin Ferguson" userId="34a864e2-e65e-4cb2-823c-dc28f73f0e40" providerId="ADAL" clId="{8D2D96CF-1319-4CCC-9EA9-073445628049}" dt="2026-03-19T14:03:22.121" v="2384" actId="2710"/>
        <pc:sldMkLst>
          <pc:docMk/>
          <pc:sldMk cId="4147216281" sldId="2146848327"/>
        </pc:sldMkLst>
        <pc:spChg chg="mod">
          <ac:chgData name="Corbin Ferguson" userId="34a864e2-e65e-4cb2-823c-dc28f73f0e40" providerId="ADAL" clId="{8D2D96CF-1319-4CCC-9EA9-073445628049}" dt="2026-03-19T14:03:22.121" v="2384" actId="2710"/>
          <ac:spMkLst>
            <pc:docMk/>
            <pc:sldMk cId="4147216281" sldId="2146848327"/>
            <ac:spMk id="2" creationId="{66F5F0CA-AE20-3F47-A2DA-544E05972351}"/>
          </ac:spMkLst>
        </pc:spChg>
        <pc:spChg chg="mod">
          <ac:chgData name="Corbin Ferguson" userId="34a864e2-e65e-4cb2-823c-dc28f73f0e40" providerId="ADAL" clId="{8D2D96CF-1319-4CCC-9EA9-073445628049}" dt="2026-03-19T13:54:58.545" v="2241" actId="20577"/>
          <ac:spMkLst>
            <pc:docMk/>
            <pc:sldMk cId="4147216281" sldId="2146848327"/>
            <ac:spMk id="6" creationId="{EDE23E98-5860-3F33-9CE1-AB9573CB1CBC}"/>
          </ac:spMkLst>
        </pc:spChg>
        <pc:graphicFrameChg chg="add mod">
          <ac:chgData name="Corbin Ferguson" userId="34a864e2-e65e-4cb2-823c-dc28f73f0e40" providerId="ADAL" clId="{8D2D96CF-1319-4CCC-9EA9-073445628049}" dt="2026-03-19T13:55:02.870" v="2242"/>
          <ac:graphicFrameMkLst>
            <pc:docMk/>
            <pc:sldMk cId="4147216281" sldId="2146848327"/>
            <ac:graphicFrameMk id="7" creationId="{C812F62C-43B7-184B-3D2C-86B538682483}"/>
          </ac:graphicFrameMkLst>
        </pc:graphicFrameChg>
        <pc:graphicFrameChg chg="add del mod modGraphic">
          <ac:chgData name="Corbin Ferguson" userId="34a864e2-e65e-4cb2-823c-dc28f73f0e40" providerId="ADAL" clId="{8D2D96CF-1319-4CCC-9EA9-073445628049}" dt="2026-03-19T14:02:28.356" v="2265" actId="478"/>
          <ac:graphicFrameMkLst>
            <pc:docMk/>
            <pc:sldMk cId="4147216281" sldId="2146848327"/>
            <ac:graphicFrameMk id="8" creationId="{3402CB9A-DF00-9ADB-9A95-E19A8AE19B7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ndresshauser-my.sharepoint.com/personal/corbin_ferguson_endress_com/Documents/ThesisBuildTool/Test%20Cas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ndresshauser-my.sharepoint.com/personal/corbin_ferguson_endress_com/Documents/ThesisBuildTool/Test%20Cas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endresshauser-my.sharepoint.com/personal/corbin_ferguson_endress_com/Documents/ThesisBuildTool/Test%20Cas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endresshauser-my.sharepoint.com/personal/corbin_ferguson_endress_com/Documents/ThesisBuildTool/Test%20Cas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dk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US" baseline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Performance</a:t>
            </a:r>
            <a:endParaRPr lang="en-US" baseline="0"/>
          </a:p>
        </c:rich>
      </c:tx>
      <c:overlay val="0"/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  <a:prstDash val="solid"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explosion val="17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ED-407F-AFC0-CA1174EFFE99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ED-407F-AFC0-CA1174EFFE99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8ED-407F-AFC0-CA1174EFFE99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8E1-458D-A017-D493D027130B}"/>
              </c:ext>
            </c:extLst>
          </c:dPt>
          <c:dLbls>
            <c:dLbl>
              <c:idx val="0"/>
              <c:layout>
                <c:manualLayout>
                  <c:x val="1.6566805092914468E-2"/>
                  <c:y val="9.81305167918480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ED-407F-AFC0-CA1174EFFE99}"/>
                </c:ext>
              </c:extLst>
            </c:dLbl>
            <c:spPr>
              <a:noFill/>
              <a:ln>
                <a:noFill/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Tests!$H$1:$H$4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Tests!$I$1:$I$4</c:f>
              <c:numCache>
                <c:formatCode>General</c:formatCode>
                <c:ptCount val="4"/>
                <c:pt idx="0">
                  <c:v>0</c:v>
                </c:pt>
                <c:pt idx="1">
                  <c:v>70</c:v>
                </c:pt>
                <c:pt idx="2">
                  <c:v>11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ED-407F-AFC0-CA1174EFFE9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3137976127113624"/>
          <c:y val="0.29497317299929304"/>
          <c:w val="0.26074367497005418"/>
          <c:h val="0.33905413436220977"/>
        </c:manualLayout>
      </c:layout>
      <c:overlay val="0"/>
      <c:spPr>
        <a:noFill/>
        <a:ln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 Tests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+mn-lt"/>
            </a:endParaRPr>
          </a:p>
        </c:rich>
      </c:tx>
      <c:overlay val="0"/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1"/>
          <c:order val="0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28-49EB-80B9-83869741E86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B28-49EB-80B9-83869741E86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B28-49EB-80B9-83869741E86F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B28-49EB-80B9-83869741E86F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28-49EB-80B9-83869741E86F}"/>
                </c:ext>
              </c:extLst>
            </c:dLbl>
            <c:dLbl>
              <c:idx val="2"/>
              <c:layout>
                <c:manualLayout>
                  <c:x val="-2.4362369563660827E-3"/>
                  <c:y val="-3.5661306899524429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28-49EB-80B9-83869741E86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B28-49EB-80B9-83869741E8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Tests!$H$8:$H$11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Tests!$I$8:$I$11</c:f>
              <c:numCache>
                <c:formatCode>General</c:formatCode>
                <c:ptCount val="4"/>
                <c:pt idx="0">
                  <c:v>0</c:v>
                </c:pt>
                <c:pt idx="1">
                  <c:v>42</c:v>
                </c:pt>
                <c:pt idx="2">
                  <c:v>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28-49EB-80B9-83869741E86F}"/>
            </c:ext>
          </c:extLst>
        </c:ser>
        <c:ser>
          <c:idx val="0"/>
          <c:order val="1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B28-49EB-80B9-83869741E86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B28-49EB-80B9-83869741E86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EB28-49EB-80B9-83869741E86F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EB28-49EB-80B9-83869741E86F}"/>
              </c:ext>
            </c:extLst>
          </c:dPt>
          <c:dLbls>
            <c:dLbl>
              <c:idx val="1"/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B28-49EB-80B9-83869741E86F}"/>
                </c:ext>
              </c:extLst>
            </c:dLbl>
            <c:dLbl>
              <c:idx val="2"/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B28-49EB-80B9-83869741E86F}"/>
                </c:ext>
              </c:extLst>
            </c:dLbl>
            <c:spPr>
              <a:noFill/>
              <a:ln>
                <a:noFill/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Tests!$H$8:$H$11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Tests!$I$8:$I$11</c:f>
              <c:numCache>
                <c:formatCode>General</c:formatCode>
                <c:ptCount val="4"/>
                <c:pt idx="0">
                  <c:v>0</c:v>
                </c:pt>
                <c:pt idx="1">
                  <c:v>42</c:v>
                </c:pt>
                <c:pt idx="2">
                  <c:v>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B28-49EB-80B9-83869741E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dk1"/>
                </a:solidFill>
                <a:latin typeface="+mn-lt"/>
                <a:ea typeface="+mn-ea"/>
                <a:cs typeface="+mn-cs"/>
              </a:rPr>
              <a:t>XMLHandler</a:t>
            </a:r>
            <a:endParaRPr lang="en-US"/>
          </a:p>
        </c:rich>
      </c:tx>
      <c:overlay val="0"/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1"/>
          <c:order val="0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C77-435E-A7B6-E83257EAC3F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77-435E-A7B6-E83257EAC3F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C77-435E-A7B6-E83257EAC3F7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77-435E-A7B6-E83257EAC3F7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C77-435E-A7B6-E83257EAC3F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C77-435E-A7B6-E83257EAC3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Tests!$H$14:$H$17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Tests!$I$14:$I$17</c:f>
              <c:numCache>
                <c:formatCode>General</c:formatCode>
                <c:ptCount val="4"/>
                <c:pt idx="0">
                  <c:v>0</c:v>
                </c:pt>
                <c:pt idx="1">
                  <c:v>15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77-435E-A7B6-E83257EAC3F7}"/>
            </c:ext>
          </c:extLst>
        </c:ser>
        <c:ser>
          <c:idx val="0"/>
          <c:order val="1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C77-435E-A7B6-E83257EAC3F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C77-435E-A7B6-E83257EAC3F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C77-435E-A7B6-E83257EAC3F7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C77-435E-A7B6-E83257EAC3F7}"/>
              </c:ext>
            </c:extLst>
          </c:dPt>
          <c:cat>
            <c:strRef>
              <c:f>Tests!$H$14:$H$17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Tests!$I$14:$I$17</c:f>
              <c:numCache>
                <c:formatCode>General</c:formatCode>
                <c:ptCount val="4"/>
                <c:pt idx="0">
                  <c:v>0</c:v>
                </c:pt>
                <c:pt idx="1">
                  <c:v>15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C77-435E-A7B6-E83257EAC3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dk1"/>
                </a:solidFill>
                <a:latin typeface="+mn-lt"/>
                <a:ea typeface="+mn-ea"/>
                <a:cs typeface="+mn-cs"/>
              </a:rPr>
              <a:t>GUI_Test</a:t>
            </a:r>
            <a:endParaRPr lang="en-US"/>
          </a:p>
        </c:rich>
      </c:tx>
      <c:overlay val="0"/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9B-48E9-A272-8A369BF16D1B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9B-48E9-A272-8A369BF16D1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9B-48E9-A272-8A369BF16D1B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D9B-48E9-A272-8A369BF16D1B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9B-48E9-A272-8A369BF16D1B}"/>
                </c:ext>
              </c:extLst>
            </c:dLbl>
            <c:dLbl>
              <c:idx val="1"/>
              <c:layout>
                <c:manualLayout>
                  <c:x val="1.3770975509354173E-2"/>
                  <c:y val="-2.003023019310232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9B-48E9-A272-8A369BF16D1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9B-48E9-A272-8A369BF16D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Tests!$H$20:$H$23</c:f>
              <c:strCache>
                <c:ptCount val="4"/>
                <c:pt idx="0">
                  <c:v>Not Implemented</c:v>
                </c:pt>
                <c:pt idx="1">
                  <c:v>Pass</c:v>
                </c:pt>
                <c:pt idx="2">
                  <c:v>Fail</c:v>
                </c:pt>
                <c:pt idx="3">
                  <c:v>Skipped</c:v>
                </c:pt>
              </c:strCache>
            </c:strRef>
          </c:cat>
          <c:val>
            <c:numRef>
              <c:f>Tests!$I$20:$I$23</c:f>
              <c:numCache>
                <c:formatCode>General</c:formatCode>
                <c:ptCount val="4"/>
                <c:pt idx="0">
                  <c:v>0</c:v>
                </c:pt>
                <c:pt idx="1">
                  <c:v>13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9B-48E9-A272-8A369BF16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64E2C_E08299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6C706D-509E-4C8A-87BA-280BEA73EA40}" authorId="{C5CB79AA-8EBF-1E57-EC02-8B657B2EB377}" created="2026-03-16T15:13:51.405">
    <pc:sldMkLst xmlns:pc="http://schemas.microsoft.com/office/powerpoint/2013/main/command">
      <pc:docMk/>
      <pc:sldMk cId="3766655233" sldId="2146848300"/>
    </pc:sldMkLst>
    <p188:txBody>
      <a:bodyPr/>
      <a:lstStyle/>
      <a:p>
        <a:r>
          <a:rPr lang="en-US"/>
          <a:t>If there continues to be failing tests, highlight why. Explain why the 1 test is skipped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B45C9-81B3-4A94-8767-58F068DAE02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3852863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09B46-CBCC-4BDD-A65B-1107FD00FF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160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71463" y="44450"/>
            <a:ext cx="6234113" cy="403225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algn="l">
              <a:defRPr sz="1800"/>
            </a:lvl1pPr>
          </a:lstStyle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295611" y="3835400"/>
            <a:ext cx="6224116" cy="350106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1446281" y="9582622"/>
            <a:ext cx="3908288" cy="2308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Insert footer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273443" y="9582622"/>
            <a:ext cx="209352" cy="230832"/>
          </a:xfrm>
          <a:prstGeom prst="rect">
            <a:avLst/>
          </a:prstGeom>
        </p:spPr>
        <p:txBody>
          <a:bodyPr vert="horz" wrap="none" lIns="91440" tIns="45720" rIns="0" bIns="45720" rtlCol="0" anchor="ctr">
            <a:noAutofit/>
          </a:bodyPr>
          <a:lstStyle>
            <a:lvl1pPr algn="r">
              <a:defRPr sz="900"/>
            </a:lvl1pPr>
          </a:lstStyle>
          <a:p>
            <a:fld id="{C6E303EA-09C3-495B-8565-6524796C22F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Notes Placeholder 5"/>
          <p:cNvSpPr>
            <a:spLocks noGrp="1"/>
          </p:cNvSpPr>
          <p:nvPr>
            <p:ph type="body" sz="quarter" idx="3"/>
          </p:nvPr>
        </p:nvSpPr>
        <p:spPr>
          <a:xfrm>
            <a:off x="271463" y="530225"/>
            <a:ext cx="6234112" cy="30686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"/>
          </p:nvPr>
        </p:nvSpPr>
        <p:spPr>
          <a:xfrm>
            <a:off x="274638" y="9588029"/>
            <a:ext cx="1127125" cy="22542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900"/>
            </a:lvl1pPr>
          </a:lstStyle>
          <a:p>
            <a:fld id="{7305D29C-7523-4ABE-8CB4-FD5FDA2414D8}" type="datetimeFigureOut">
              <a:rPr lang="en-US" noProof="0" smtClean="0"/>
              <a:pPr/>
              <a:t>3/19/2026</a:t>
            </a:fld>
            <a:endParaRPr lang="en-US" noProof="0" dirty="0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274638" y="8781580"/>
            <a:ext cx="6324600" cy="7962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0078" tIns="45039" rIns="90078" bIns="45039" anchor="ctr">
            <a:spAutoFit/>
          </a:bodyPr>
          <a:lstStyle/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 dirty="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endParaRPr lang="de-DE" sz="900" dirty="0">
              <a:latin typeface="E+H Serif" pitchFamily="18" charset="0"/>
            </a:endParaRP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 dirty="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endParaRPr lang="de-DE" sz="900" dirty="0">
              <a:latin typeface="E+H Serif" pitchFamily="18" charset="0"/>
            </a:endParaRP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 dirty="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</p:txBody>
      </p:sp>
    </p:spTree>
    <p:extLst>
      <p:ext uri="{BB962C8B-B14F-4D97-AF65-F5344CB8AC3E}">
        <p14:creationId xmlns:p14="http://schemas.microsoft.com/office/powerpoint/2010/main" val="198637867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18" charset="0"/>
        <a:ea typeface="+mn-ea"/>
        <a:cs typeface="+mn-cs"/>
      </a:defRPr>
    </a:lvl1pPr>
    <a:lvl2pPr marL="36195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2pPr>
    <a:lvl3pPr marL="712788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3pPr>
    <a:lvl4pPr marL="107315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4pPr>
    <a:lvl5pPr marL="143510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Slide" preserve="1" userDrawn="1">
  <p:cSld name="E+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hape">
            <a:extLst>
              <a:ext uri="{FF2B5EF4-FFF2-40B4-BE49-F238E27FC236}">
                <a16:creationId xmlns:a16="http://schemas.microsoft.com/office/drawing/2014/main" id="{198C7814-7571-587E-9D5C-D9CB9EE6DC1D}"/>
              </a:ext>
            </a:extLst>
          </p:cNvPr>
          <p:cNvSpPr>
            <a:spLocks/>
          </p:cNvSpPr>
          <p:nvPr userDrawn="1"/>
        </p:nvSpPr>
        <p:spPr bwMode="gray">
          <a:xfrm>
            <a:off x="334962" y="0"/>
            <a:ext cx="11857038" cy="62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3"/>
          </p:nvPr>
        </p:nvSpPr>
        <p:spPr bwMode="gray">
          <a:xfrm>
            <a:off x="334963" y="0"/>
            <a:ext cx="11857036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shBlueMargin"/>
          <p:cNvSpPr>
            <a:spLocks noChangeArrowheads="1"/>
          </p:cNvSpPr>
          <p:nvPr userDrawn="1"/>
        </p:nvSpPr>
        <p:spPr bwMode="gray">
          <a:xfrm>
            <a:off x="0" y="0"/>
            <a:ext cx="334963" cy="6273800"/>
          </a:xfrm>
          <a:prstGeom prst="rect">
            <a:avLst/>
          </a:prstGeom>
          <a:solidFill>
            <a:srgbClr val="009EE3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>
              <a:latin typeface="E+H Serif" pitchFamily="18" charset="0"/>
            </a:endParaRP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5"/>
          </p:nvPr>
        </p:nvSpPr>
        <p:spPr bwMode="gray">
          <a:xfrm>
            <a:off x="4086351" y="6469380"/>
            <a:ext cx="1130300" cy="180000"/>
          </a:xfrm>
        </p:spPr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 bwMode="gray">
          <a:xfrm>
            <a:off x="1633051" y="6469380"/>
            <a:ext cx="571500" cy="180000"/>
          </a:xfrm>
        </p:spPr>
        <p:txBody>
          <a:bodyPr/>
          <a:lstStyle/>
          <a:p>
            <a:r>
              <a:rPr lang="en-US"/>
              <a:t>Slide </a:t>
            </a:r>
            <a:fld id="{00E4BD9C-593C-4A57-86A4-E08ACF4C01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6DDD586B-CBEE-B7D9-8ED6-1E54806A14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962" y="3215568"/>
            <a:ext cx="11857036" cy="3058231"/>
          </a:xfrm>
          <a:gradFill>
            <a:gsLst>
              <a:gs pos="0">
                <a:schemeClr val="tx1">
                  <a:alpha val="0"/>
                </a:scheme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</p:spPr>
        <p:txBody>
          <a:bodyPr tIns="1152000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">
                <a:noFill/>
              </a:defRPr>
            </a:lvl1pPr>
            <a:lvl2pPr marL="269875" indent="0">
              <a:buNone/>
              <a:defRPr/>
            </a:lvl2pPr>
            <a:lvl3pPr marL="534987" indent="0">
              <a:buNone/>
              <a:defRPr/>
            </a:lvl3pPr>
            <a:lvl4pPr marL="723900" indent="0">
              <a:buNone/>
              <a:defRPr/>
            </a:lvl4pPr>
            <a:lvl5pPr marL="89217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xtTitle"/>
          <p:cNvSpPr>
            <a:spLocks noGrp="1"/>
          </p:cNvSpPr>
          <p:nvPr>
            <p:ph type="ctrTitle"/>
          </p:nvPr>
        </p:nvSpPr>
        <p:spPr bwMode="gray">
          <a:xfrm>
            <a:off x="658964" y="3742482"/>
            <a:ext cx="9351811" cy="143101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rgbClr val="FFFFFF"/>
                </a:solidFill>
                <a:latin typeface="E+H Serif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xtSubtitle"/>
          <p:cNvSpPr>
            <a:spLocks noGrp="1"/>
          </p:cNvSpPr>
          <p:nvPr>
            <p:ph type="subTitle" idx="1"/>
          </p:nvPr>
        </p:nvSpPr>
        <p:spPr bwMode="gray">
          <a:xfrm>
            <a:off x="658963" y="5361113"/>
            <a:ext cx="9351812" cy="563036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6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2000" smtClean="0">
                <a:solidFill>
                  <a:srgbClr val="FFFFFF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r>
              <a:rPr lang="en-US"/>
              <a:t>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325891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Content" type="obj" preserve="1">
  <p:cSld name="E+H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xt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0BF249C-6EE1-465B-9621-0BD76B5184D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Confidential Title Slide" preserve="1" userDrawn="1">
  <p:cSld name="E+H Confidenti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hape">
            <a:extLst>
              <a:ext uri="{FF2B5EF4-FFF2-40B4-BE49-F238E27FC236}">
                <a16:creationId xmlns:a16="http://schemas.microsoft.com/office/drawing/2014/main" id="{198C7814-7571-587E-9D5C-D9CB9EE6DC1D}"/>
              </a:ext>
            </a:extLst>
          </p:cNvPr>
          <p:cNvSpPr>
            <a:spLocks/>
          </p:cNvSpPr>
          <p:nvPr userDrawn="1"/>
        </p:nvSpPr>
        <p:spPr bwMode="gray">
          <a:xfrm>
            <a:off x="334962" y="0"/>
            <a:ext cx="11857038" cy="62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3"/>
          </p:nvPr>
        </p:nvSpPr>
        <p:spPr bwMode="gray">
          <a:xfrm>
            <a:off x="334963" y="1160463"/>
            <a:ext cx="11857037" cy="5103536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shBlueMargin"/>
          <p:cNvSpPr>
            <a:spLocks noChangeArrowheads="1"/>
          </p:cNvSpPr>
          <p:nvPr userDrawn="1"/>
        </p:nvSpPr>
        <p:spPr bwMode="gray">
          <a:xfrm>
            <a:off x="0" y="0"/>
            <a:ext cx="334963" cy="6273800"/>
          </a:xfrm>
          <a:prstGeom prst="rect">
            <a:avLst/>
          </a:prstGeom>
          <a:solidFill>
            <a:srgbClr val="009EE3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>
              <a:latin typeface="E+H Serif" pitchFamily="18" charset="0"/>
            </a:endParaRP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5"/>
          </p:nvPr>
        </p:nvSpPr>
        <p:spPr bwMode="gray">
          <a:xfrm>
            <a:off x="4086351" y="6469380"/>
            <a:ext cx="1130300" cy="180000"/>
          </a:xfrm>
        </p:spPr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 bwMode="gray">
          <a:xfrm>
            <a:off x="1633051" y="6469380"/>
            <a:ext cx="571500" cy="180000"/>
          </a:xfrm>
        </p:spPr>
        <p:txBody>
          <a:bodyPr/>
          <a:lstStyle/>
          <a:p>
            <a:r>
              <a:rPr lang="en-US"/>
              <a:t>Slide </a:t>
            </a:r>
            <a:fld id="{C81FABA8-1FB4-41CF-91E1-F3076B7FF0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6DDD586B-CBEE-B7D9-8ED6-1E54806A14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962" y="3215568"/>
            <a:ext cx="11857036" cy="3058231"/>
          </a:xfrm>
          <a:gradFill>
            <a:gsLst>
              <a:gs pos="0">
                <a:schemeClr val="tx1">
                  <a:alpha val="0"/>
                </a:scheme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</p:spPr>
        <p:txBody>
          <a:bodyPr tIns="1152000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">
                <a:noFill/>
              </a:defRPr>
            </a:lvl1pPr>
            <a:lvl2pPr marL="269875" indent="0">
              <a:buNone/>
              <a:defRPr/>
            </a:lvl2pPr>
            <a:lvl3pPr marL="534987" indent="0">
              <a:buNone/>
              <a:defRPr/>
            </a:lvl3pPr>
            <a:lvl4pPr marL="723900" indent="0">
              <a:buNone/>
              <a:defRPr/>
            </a:lvl4pPr>
            <a:lvl5pPr marL="89217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xtTitle"/>
          <p:cNvSpPr>
            <a:spLocks noGrp="1"/>
          </p:cNvSpPr>
          <p:nvPr>
            <p:ph type="ctrTitle"/>
          </p:nvPr>
        </p:nvSpPr>
        <p:spPr bwMode="gray">
          <a:xfrm>
            <a:off x="658964" y="3742482"/>
            <a:ext cx="9351811" cy="143101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rgbClr val="FFFFFF"/>
                </a:solidFill>
                <a:latin typeface="E+H Serif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xtSubtitle"/>
          <p:cNvSpPr>
            <a:spLocks noGrp="1"/>
          </p:cNvSpPr>
          <p:nvPr>
            <p:ph type="subTitle" idx="1"/>
          </p:nvPr>
        </p:nvSpPr>
        <p:spPr bwMode="gray">
          <a:xfrm>
            <a:off x="658963" y="5361113"/>
            <a:ext cx="9351812" cy="563036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6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2000" smtClean="0">
                <a:solidFill>
                  <a:srgbClr val="FFFFFF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r>
              <a:rPr lang="en-US"/>
              <a:t>subtitle style</a:t>
            </a:r>
            <a:endParaRPr lang="en-US" dirty="0"/>
          </a:p>
        </p:txBody>
      </p:sp>
      <p:sp>
        <p:nvSpPr>
          <p:cNvPr id="5" name="txtConfidentialFrame">
            <a:extLst>
              <a:ext uri="{FF2B5EF4-FFF2-40B4-BE49-F238E27FC236}">
                <a16:creationId xmlns:a16="http://schemas.microsoft.com/office/drawing/2014/main" id="{0579F6DF-7E52-D974-D2AA-4732C26FE49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34960" y="1"/>
            <a:ext cx="11857039" cy="1162967"/>
          </a:xfrm>
          <a:prstGeom prst="rect">
            <a:avLst/>
          </a:prstGeom>
          <a:solidFill>
            <a:srgbClr val="E6ECF0">
              <a:alpha val="89804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80000" tIns="108000" rIns="180000" bIns="108000" numCol="1" anchor="t" anchorCtr="0" compatLnSpc="1">
            <a:prstTxWarp prst="textNoShape">
              <a:avLst/>
            </a:prstTxWarp>
          </a:bodyPr>
          <a:lstStyle>
            <a:lvl1pPr marL="269875" lvl="0" indent="-269875" eaLnBrk="1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1pPr>
            <a:lvl2pPr marL="541338" lvl="1" indent="-271463" eaLnBrk="1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2pPr>
            <a:lvl3pPr marL="717550" lvl="2" indent="-18256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3pPr>
            <a:lvl4pPr marL="900113" lvl="3" indent="-17621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4pPr>
            <a:lvl5pPr marL="1074738" lvl="4" indent="-18256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5pPr>
            <a:lvl6pPr marL="22526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6pPr>
            <a:lvl7pPr marL="27098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7pPr>
            <a:lvl8pPr marL="31670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8pPr>
            <a:lvl9pPr marL="36242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997790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ection Header" preserve="1" userDrawn="1">
  <p:cSld name="E+H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hape">
            <a:extLst>
              <a:ext uri="{FF2B5EF4-FFF2-40B4-BE49-F238E27FC236}">
                <a16:creationId xmlns:a16="http://schemas.microsoft.com/office/drawing/2014/main" id="{A6106845-A46B-32A4-8AC4-BA3A274EC093}"/>
              </a:ext>
            </a:extLst>
          </p:cNvPr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34965" y="2703134"/>
            <a:ext cx="5616000" cy="1321259"/>
          </a:xfrm>
        </p:spPr>
        <p:txBody>
          <a:bodyPr wrap="square" anchor="b">
            <a:spAutoFit/>
          </a:bodyPr>
          <a:lstStyle>
            <a:lvl1pPr>
              <a:lnSpc>
                <a:spcPct val="11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34964" y="4276734"/>
            <a:ext cx="5616000" cy="276999"/>
          </a:xfrm>
        </p:spPr>
        <p:txBody>
          <a:bodyPr lIns="0" tIns="0" numCol="1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/>
            </a:lvl1pPr>
            <a:lvl2pPr marL="269875" indent="0">
              <a:lnSpc>
                <a:spcPct val="100000"/>
              </a:lnSpc>
              <a:spcAft>
                <a:spcPts val="0"/>
              </a:spcAft>
              <a:buNone/>
              <a:defRPr sz="1800"/>
            </a:lvl2pPr>
            <a:lvl3pPr marL="534987" indent="0">
              <a:lnSpc>
                <a:spcPct val="100000"/>
              </a:lnSpc>
              <a:spcAft>
                <a:spcPts val="0"/>
              </a:spcAft>
              <a:buNone/>
              <a:defRPr sz="1800"/>
            </a:lvl3pPr>
            <a:lvl4pPr marL="723900" indent="0">
              <a:lnSpc>
                <a:spcPct val="100000"/>
              </a:lnSpc>
              <a:spcAft>
                <a:spcPts val="0"/>
              </a:spcAft>
              <a:buNone/>
              <a:defRPr sz="1800"/>
            </a:lvl4pPr>
            <a:lvl5pPr marL="892175" indent="0">
              <a:lnSpc>
                <a:spcPct val="100000"/>
              </a:lnSpc>
              <a:spcAft>
                <a:spcPts val="0"/>
              </a:spcAft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6252000" y="476250"/>
            <a:ext cx="5940000" cy="57975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0B0CC-A95E-AB23-E78B-5624B304EB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86351" y="6469380"/>
            <a:ext cx="1130300" cy="180000"/>
          </a:xfrm>
        </p:spPr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5F711-B661-B335-193D-A0CFA3CE2A1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633051" y="6469380"/>
            <a:ext cx="571500" cy="180000"/>
          </a:xfrm>
        </p:spPr>
        <p:txBody>
          <a:bodyPr/>
          <a:lstStyle/>
          <a:p>
            <a:r>
              <a:rPr lang="en-US"/>
              <a:t>Slide </a:t>
            </a:r>
            <a:fld id="{40A4DE10-AA28-495C-A9DA-330C327D00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24C5ECC-F474-AC51-9F64-5084EA6B4365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</p:spTree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" preserve="1" userDrawn="1">
  <p:cSld name="E+H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0" y="1160462"/>
            <a:ext cx="12192000" cy="5113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5F9D18BF-D5FA-41E4-964F-401448E2D6B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0AAD1A-99DE-BED9-D2E3-ADF49313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1475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Legend" preserve="1" userDrawn="1">
  <p:cSld name="E+H Image Slide with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-1" y="1160461"/>
            <a:ext cx="12192000" cy="44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-1" y="1160461"/>
            <a:ext cx="12192000" cy="446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F412DC74-7ECD-4DCD-B819-CEB19DE7A09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334962" y="5746376"/>
            <a:ext cx="11531599" cy="346448"/>
          </a:xfrm>
        </p:spPr>
        <p:txBody>
          <a:bodyPr wrap="none"/>
          <a:lstStyle>
            <a:lvl1pPr marL="0" indent="0">
              <a:buNone/>
              <a:defRPr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3F7183-8106-583A-E714-E13CC0F8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2478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Presentation Title" preserve="1" userDrawn="1">
  <p:cSld name="E+H Image Slide with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0" y="476250"/>
            <a:ext cx="12192000" cy="579754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AB8D578B-D1BE-4120-B9F6-22DB673F898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02821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Full-Image Slide" preserve="1" userDrawn="1">
  <p:cSld name="E+H Full-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-1" y="-1"/>
            <a:ext cx="12192000" cy="62738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62738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B9474FE2-3A9F-4602-B216-3854EAFF61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9543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Textbox right" preserve="1" userDrawn="1">
  <p:cSld name="E+H Image Slide with Text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4"/>
            <a:ext cx="12192000" cy="5113336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gray">
          <a:xfrm>
            <a:off x="1" y="1160464"/>
            <a:ext cx="12192000" cy="5113336"/>
          </a:xfrm>
        </p:spPr>
        <p:txBody>
          <a:bodyPr rIns="5040000" bIns="0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A1BDF14E-E90E-4AB5-ADB5-699B7A2C57C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34E1B-AD6D-3445-BC1E-E5AFFB2E1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6257925" y="1490694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94EB4C-A660-5C8F-3D23-203CF3389D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4646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Textbox left" preserve="1" userDrawn="1">
  <p:cSld name="E+H Image Slide with Text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4"/>
            <a:ext cx="12192000" cy="5113336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gray">
          <a:xfrm>
            <a:off x="0" y="1160464"/>
            <a:ext cx="12192000" cy="5113336"/>
          </a:xfrm>
        </p:spPr>
        <p:txBody>
          <a:bodyPr lIns="5040000" bIns="0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BD2A48CD-DBC9-452A-B187-FA481C36561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34E1B-AD6D-3445-BC1E-E5AFFB2E1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34963" y="1490693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68AE0A-861F-9829-2A3B-24C0FB7A0B1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30658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Bullet" preserve="1" userDrawn="1">
  <p:cSld name="E+H 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940729FE-BA25-4091-AFD8-2E328B342A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34962" y="1164474"/>
            <a:ext cx="9674225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Text" preserve="1" userDrawn="1">
  <p:cSld name="E+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xtContent"/>
          <p:cNvSpPr>
            <a:spLocks noGrp="1"/>
          </p:cNvSpPr>
          <p:nvPr>
            <p:ph type="body" sz="quarter" idx="13"/>
          </p:nvPr>
        </p:nvSpPr>
        <p:spPr>
          <a:xfrm>
            <a:off x="334962" y="1164474"/>
            <a:ext cx="9674225" cy="4928351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60363" indent="3175">
              <a:buFontTx/>
              <a:buNone/>
              <a:defRPr/>
            </a:lvl2pPr>
            <a:lvl3pPr marL="714375" indent="3175">
              <a:buFontTx/>
              <a:buNone/>
              <a:defRPr/>
            </a:lvl3pPr>
            <a:lvl4pPr marL="1074738" indent="0">
              <a:buFontTx/>
              <a:buNone/>
              <a:tabLst/>
              <a:defRPr/>
            </a:lvl4pPr>
            <a:lvl5pPr marL="1436688" indent="-3175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343E2BDD-E02E-4050-BD42-EC51EC0E8A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18E22C-1288-764D-1EB4-07225FF46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Bullet" preserve="1" userDrawn="1">
  <p:cSld name="E+H Two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9" name="txtContent"/>
          <p:cNvSpPr>
            <a:spLocks noGrp="1"/>
          </p:cNvSpPr>
          <p:nvPr>
            <p:ph type="body"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xtContent2"/>
          <p:cNvSpPr>
            <a:spLocks noGrp="1"/>
          </p:cNvSpPr>
          <p:nvPr>
            <p:ph type="body"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Slide </a:t>
            </a:r>
            <a:fld id="{F69B32E4-A3B1-4121-886C-E5C1259A949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Text" preserve="1" userDrawn="1">
  <p:cSld name="E+H Tw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9" name="txtContent"/>
          <p:cNvSpPr>
            <a:spLocks noGrp="1"/>
          </p:cNvSpPr>
          <p:nvPr>
            <p:ph type="body"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>
            <a:lvl1pPr marL="0" indent="0">
              <a:buNone/>
              <a:defRPr/>
            </a:lvl1pPr>
            <a:lvl2pPr marL="360363" indent="3175">
              <a:buNone/>
              <a:defRPr/>
            </a:lvl2pPr>
            <a:lvl3pPr marL="714375" indent="3175">
              <a:buNone/>
              <a:defRPr/>
            </a:lvl3pPr>
            <a:lvl4pPr marL="1076325" indent="4763">
              <a:buNone/>
              <a:defRPr/>
            </a:lvl4pPr>
            <a:lvl5pPr marL="1436688" indent="-3175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xtContent2"/>
          <p:cNvSpPr>
            <a:spLocks noGrp="1"/>
          </p:cNvSpPr>
          <p:nvPr>
            <p:ph type="body"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60363" indent="3175">
              <a:buFontTx/>
              <a:buNone/>
              <a:defRPr/>
            </a:lvl2pPr>
            <a:lvl3pPr marL="714375" indent="3175">
              <a:buFontTx/>
              <a:buNone/>
              <a:defRPr/>
            </a:lvl3pPr>
            <a:lvl4pPr marL="1076325" indent="-1588">
              <a:buFontTx/>
              <a:buNone/>
              <a:defRPr/>
            </a:lvl4pPr>
            <a:lvl5pPr marL="1436688" indent="-3175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Slide </a:t>
            </a:r>
            <a:fld id="{680D187E-C626-4B51-8466-9A2272A4B8C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Content" preserve="1" userDrawn="1">
  <p:cSld name="E+H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28FA54D-953C-47EB-A7E0-4AE7B797E29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and Content" preserve="1" userDrawn="1">
  <p:cSld name="E+H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xtContent"/>
          <p:cNvSpPr>
            <a:spLocks noGrp="1"/>
          </p:cNvSpPr>
          <p:nvPr>
            <p:ph idx="1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27814C39-D19F-4924-8254-47FE7D97AA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B28E9016-A8C4-CD79-F407-4696103FFF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164474"/>
            <a:ext cx="5939999" cy="510921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8039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Only" type="titleOnly" preserve="1">
  <p:cSld name="E+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9048511-0E36-4E5E-B3C2-BFBC94833B3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Blank" type="blank" preserve="1">
  <p:cSld name="E+H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PresentationTitl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E+H Serif" pitchFamily="18" charset="0"/>
              </a:defRPr>
            </a:lvl1pPr>
          </a:lstStyle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1FFAA990-6A5A-43B1-9F3A-35849958460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Key Message" preserve="1" userDrawn="1">
  <p:cSld name="E+H 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6E20C1E5-F548-499B-913C-4F88DF8882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717946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big headline and use </a:t>
            </a:r>
            <a:br>
              <a:rPr lang="en-US"/>
            </a:br>
            <a:r>
              <a:rPr lang="en-US"/>
              <a:t>bold and magenta 2 to highlight text</a:t>
            </a:r>
            <a:br>
              <a:rPr lang="en-US"/>
            </a:br>
            <a:r>
              <a:rPr lang="en-US"/>
              <a:t>Max. 3 lines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80308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and Presentation Title" preserve="1" userDrawn="1">
  <p:cSld name="E+H Key Message and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E67B7E7B-F1E4-4106-A015-B558F3849B4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375840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big headline and use </a:t>
            </a:r>
            <a:br>
              <a:rPr lang="en-US"/>
            </a:br>
            <a:r>
              <a:rPr lang="en-US"/>
              <a:t>bold and magenta 2 to highlight text</a:t>
            </a:r>
            <a:br>
              <a:rPr lang="en-US"/>
            </a:br>
            <a:r>
              <a:rPr lang="en-US"/>
              <a:t>Max. 3 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5903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Only" preserve="1" userDrawn="1">
  <p:cSld name="E+H Key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0"/>
            <a:ext cx="12192000" cy="627379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7EA8AA53-9C4F-4DCE-A9C9-2916F882A0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137715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big headline and use </a:t>
            </a:r>
            <a:br>
              <a:rPr lang="en-US"/>
            </a:br>
            <a:r>
              <a:rPr lang="en-US"/>
              <a:t>bold and magenta 2 to highlight text</a:t>
            </a:r>
            <a:br>
              <a:rPr lang="en-US"/>
            </a:br>
            <a:r>
              <a:rPr lang="en-US"/>
              <a:t>Max. 3 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05615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Key Message with Image" preserve="1" userDrawn="1">
  <p:cSld name="E+H Title and 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65C28B69-0ECC-4CE1-8476-C6DD7B8CD2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717946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big headline and use </a:t>
            </a:r>
            <a:br>
              <a:rPr lang="en-US"/>
            </a:br>
            <a:r>
              <a:rPr lang="en-US"/>
              <a:t>bold and magenta 2 to </a:t>
            </a:r>
            <a:br>
              <a:rPr lang="en-US"/>
            </a:br>
            <a:r>
              <a:rPr lang="en-US"/>
              <a:t>highlight text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15419148-7595-E954-B772-51FA9905EB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1160462"/>
            <a:ext cx="5940000" cy="5113337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04192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and Presentation Title with Image" preserve="1" userDrawn="1">
  <p:cSld name="E+H Key Message and Presentation 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218C7E1E-45A5-4A00-9ED0-4D8CCCD0B0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375840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big headline and use </a:t>
            </a:r>
            <a:br>
              <a:rPr lang="en-US"/>
            </a:br>
            <a:r>
              <a:rPr lang="en-US"/>
              <a:t>bold and magenta 2 to </a:t>
            </a:r>
            <a:br>
              <a:rPr lang="en-US"/>
            </a:br>
            <a:r>
              <a:rPr lang="en-US"/>
              <a:t>highlight text</a:t>
            </a:r>
            <a:endParaRPr lang="en-US" dirty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138A463F-BD68-4CBB-95FA-90342D714A0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476250"/>
            <a:ext cx="5940000" cy="579755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2573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with Image" preserve="1" userDrawn="1">
  <p:cSld name="E+H 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0"/>
            <a:ext cx="12192000" cy="627379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66FC1F99-620F-4439-AB96-01EB7B8DCA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137715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big headline and use </a:t>
            </a:r>
            <a:br>
              <a:rPr lang="en-US"/>
            </a:br>
            <a:r>
              <a:rPr lang="en-US"/>
              <a:t>bold and magenta 2 to </a:t>
            </a:r>
            <a:br>
              <a:rPr lang="en-US"/>
            </a:br>
            <a:r>
              <a:rPr lang="en-US"/>
              <a:t>highlight text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F150D8E-0548-E10C-6F34-5141FFE9B4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0"/>
            <a:ext cx="5940000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5398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Empty Stage" preserve="1" userDrawn="1">
  <p:cSld name="E+H Empty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20B16CBE-2AFF-403D-8D86-637EC97BAC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95103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2 Images" preserve="1" userDrawn="1">
  <p:cSld name="E+H Stage with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BD85F571-E3E7-4341-A539-80B0F571DC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5580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9197" y="1502992"/>
            <a:ext cx="5580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59" y="5656389"/>
            <a:ext cx="5580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9197" y="5656389"/>
            <a:ext cx="5580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3470629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3 Images" preserve="1" userDrawn="1">
  <p:cSld name="E+H Stage with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30F7F18-EA4E-4FD2-A441-9E80758500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2" y="1502993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8000" y="1502992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7999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21038" y="1502992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1037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9403733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4 Images" preserve="1" userDrawn="1">
  <p:cSld name="E+H Stage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B74BA5F5-4FF6-4AB5-AB78-550711D28A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96055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57146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1A84B836-5CE7-5EE0-CDF2-A107C93FA03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0F41D30-0941-52E1-A218-4E816B9502A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18238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0613203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4 Images and 4 Textboxes" preserve="1" userDrawn="1">
  <p:cSld name="E+H Stage with 4 Images and 4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39E3B-9FC7-E7E5-CF82-FC84A8E772A7}"/>
              </a:ext>
            </a:extLst>
          </p:cNvPr>
          <p:cNvSpPr>
            <a:spLocks/>
          </p:cNvSpPr>
          <p:nvPr userDrawn="1"/>
        </p:nvSpPr>
        <p:spPr>
          <a:xfrm>
            <a:off x="334961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043ACB-5E31-E85D-848F-DF3E9588B98C}"/>
              </a:ext>
            </a:extLst>
          </p:cNvPr>
          <p:cNvSpPr>
            <a:spLocks/>
          </p:cNvSpPr>
          <p:nvPr userDrawn="1"/>
        </p:nvSpPr>
        <p:spPr>
          <a:xfrm>
            <a:off x="9218238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9D9A2-BB40-F9AC-29E3-24515EBE9480}"/>
              </a:ext>
            </a:extLst>
          </p:cNvPr>
          <p:cNvSpPr>
            <a:spLocks/>
          </p:cNvSpPr>
          <p:nvPr userDrawn="1"/>
        </p:nvSpPr>
        <p:spPr>
          <a:xfrm>
            <a:off x="6257146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4913A3-A7F3-80D8-AFF9-AA0EBA99C35C}"/>
              </a:ext>
            </a:extLst>
          </p:cNvPr>
          <p:cNvSpPr>
            <a:spLocks/>
          </p:cNvSpPr>
          <p:nvPr userDrawn="1"/>
        </p:nvSpPr>
        <p:spPr>
          <a:xfrm>
            <a:off x="3296055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875E6480-50D2-4DA9-8AD6-9F3265CB5E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1A84B836-5CE7-5EE0-CDF2-A107C93FA03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97B0522E-A4C6-13E7-023D-EF9BE275BD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75E8FCE-4029-B345-4006-191F49E604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96055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B7D13C8-34EB-0FF4-4D7A-272D619173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96055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0EBB08D-993B-007A-6A37-6589A1F993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57146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A31B30C-1A02-5B20-61D6-8790A9864F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57146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9A9520D-2ED1-8F53-E749-CB65E4E2373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8238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E92F566-3848-CC23-CAC6-F48269BC155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8238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95805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6 Images" preserve="1" userDrawn="1">
  <p:cSld name="E+H Stage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8362038-8291-46E9-AA8A-5F1696A29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8001" y="150299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8001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21038" y="150299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1038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161E03FE-7D98-7D56-E8D3-D80F4260384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4964" y="3885403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BB286F25-5959-7B81-F3AF-490F13BA8E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78001" y="388540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26CAA86-CAC2-70D1-6841-4F23F7146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BBE7BD6-C0B3-5D34-C248-1645E9386F7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78001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5BC1B288-E49B-7C1D-698C-50A1C95D2E6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221038" y="388540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A1A70B9-D6E7-2189-A687-1E141C5DBD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221038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2698691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8 Images" preserve="1" userDrawn="1">
  <p:cSld name="E+H Stage with 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16D5F3D6-4A6B-4F70-9276-4176D6715F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96055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57146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161E03FE-7D98-7D56-E8D3-D80F4260384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BB286F25-5959-7B81-F3AF-490F13BA8E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4964" y="388540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26CAA86-CAC2-70D1-6841-4F23F7146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BBE7BD6-C0B3-5D34-C248-1645E9386F7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96055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5BC1B288-E49B-7C1D-698C-50A1C95D2E6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296055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A1A70B9-D6E7-2189-A687-1E141C5DBD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57146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BDC3326-151B-B693-C80B-4A7589D233E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57146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785B19B-EFC0-6FE3-0122-0ABFB576EE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8238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06C76ECF-E56C-66E8-CAFA-1D7314A0FD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218238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 dirty="0"/>
              <a:t>Click icon to </a:t>
            </a:r>
            <a:r>
              <a:rPr lang="en-US"/>
              <a:t>add picture</a:t>
            </a:r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1B2F49D-2D6B-425F-280C-DE1881D04B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8238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443434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White Box" preserve="1" userDrawn="1">
  <p:cSld name="E+H Stage with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398CB0C9-535A-4369-8CEA-CAF3EDF31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1C01410-A5BA-CF3A-E826-3B17940E2E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34963" y="1490693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22BA937-14E2-3ABE-CF13-CF35BDA68E6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 bwMode="gray">
          <a:xfrm>
            <a:off x="6241037" y="1490693"/>
            <a:ext cx="5616000" cy="4450389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269875" indent="0" algn="ctr">
              <a:buNone/>
              <a:defRPr/>
            </a:lvl2pPr>
            <a:lvl3pPr marL="534987" indent="0" algn="ctr">
              <a:buNone/>
              <a:defRPr/>
            </a:lvl3pPr>
            <a:lvl4pPr marL="723900" indent="0" algn="ctr">
              <a:buNone/>
              <a:defRPr/>
            </a:lvl4pPr>
            <a:lvl5pPr marL="892175" indent="0" algn="ctr">
              <a:buNone/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SzTx/>
              <a:buFont typeface="E+H Serif" pitchFamily="18" charset="0"/>
              <a:buNone/>
              <a:tabLst/>
              <a:defRPr/>
            </a:pPr>
            <a:r>
              <a:rPr lang="en-US"/>
              <a:t>Add picture with</a:t>
            </a:r>
            <a:br>
              <a:rPr lang="en-US"/>
            </a:br>
            <a:r>
              <a:rPr lang="en-US"/>
              <a:t>transparent background, </a:t>
            </a:r>
            <a:br>
              <a:rPr lang="en-US"/>
            </a:br>
            <a:r>
              <a:rPr lang="en-US"/>
              <a:t>screenshot or document preview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18987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Chart" preserve="1" userDrawn="1">
  <p:cSld name="E+H Stag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E891B0FA-6B1F-4EBA-9A0D-9C78D8D28F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EA37C23-D906-56FE-12A5-E0ABC7FF87C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4962" y="1352638"/>
            <a:ext cx="9674225" cy="47401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</a:t>
            </a:r>
            <a:r>
              <a:rPr lang="en-US"/>
              <a:t>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15124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able of Contents" preserve="1" userDrawn="1">
  <p:cSld name="E+H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 hasCustomPrompt="1"/>
          </p:nvPr>
        </p:nvSpPr>
        <p:spPr>
          <a:xfrm>
            <a:off x="334964" y="620690"/>
            <a:ext cx="5605038" cy="36004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of agenda slide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>
            <a:off x="334964" y="194736"/>
            <a:ext cx="5616000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Slide </a:t>
            </a:r>
            <a:fld id="{6236E701-B6CF-4BC6-B97D-8B6AA6223C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3ECE0A0B-4A7A-078B-695B-C42957163F2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2001" y="0"/>
            <a:ext cx="5939999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US"/>
              <a:t>Optional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183380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xtTitle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620690"/>
            <a:ext cx="11522075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1027" name="txtContent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2" y="1164474"/>
            <a:ext cx="9674225" cy="492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1028" name="txtPresentationTitle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34963" y="194736"/>
            <a:ext cx="9674225" cy="18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1029" name="txtPresenter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86351" y="6469380"/>
            <a:ext cx="11303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 noProof="1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1030" name="txt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33051" y="6469380"/>
            <a:ext cx="5715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200" noProof="1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US"/>
              <a:t>Slide </a:t>
            </a:r>
            <a:fld id="{D31F5330-EC4B-4841-BE02-E867ECC223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33" name="shLine"/>
          <p:cNvSpPr>
            <a:spLocks noChangeShapeType="1"/>
          </p:cNvSpPr>
          <p:nvPr/>
        </p:nvSpPr>
        <p:spPr bwMode="gray">
          <a:xfrm flipV="1">
            <a:off x="0" y="6267219"/>
            <a:ext cx="12192000" cy="0"/>
          </a:xfrm>
          <a:prstGeom prst="line">
            <a:avLst/>
          </a:prstGeom>
          <a:noFill/>
          <a:ln w="6350">
            <a:solidFill>
              <a:srgbClr val="C3CED5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>
              <a:latin typeface="E+H Serif"/>
            </a:endParaRPr>
          </a:p>
        </p:txBody>
      </p:sp>
      <p:sp>
        <p:nvSpPr>
          <p:cNvPr id="12" name="txtDate"/>
          <p:cNvSpPr>
            <a:spLocks noChangeArrowheads="1"/>
          </p:cNvSpPr>
          <p:nvPr/>
        </p:nvSpPr>
        <p:spPr bwMode="auto">
          <a:xfrm>
            <a:off x="2751751" y="6469380"/>
            <a:ext cx="7874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r>
              <a:rPr lang="en-US" sz="1200" noProof="1">
                <a:solidFill>
                  <a:srgbClr val="000000"/>
                </a:solidFill>
                <a:latin typeface="E+H Serif" pitchFamily="18" charset="0"/>
              </a:rPr>
              <a:t>04/2/2026</a:t>
            </a:r>
          </a:p>
        </p:txBody>
      </p:sp>
      <p:pic>
        <p:nvPicPr>
          <p:cNvPr id="5" name="imgLogo">
            <a:extLst>
              <a:ext uri="{FF2B5EF4-FFF2-40B4-BE49-F238E27FC236}">
                <a16:creationId xmlns:a16="http://schemas.microsoft.com/office/drawing/2014/main" id="{5D5402A9-0B6A-E5FB-4697-01749AAE97EA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99" y="6451600"/>
            <a:ext cx="1854200" cy="216725"/>
          </a:xfrm>
          <a:prstGeom prst="rect">
            <a:avLst/>
          </a:prstGeom>
        </p:spPr>
      </p:pic>
      <p:sp>
        <p:nvSpPr>
          <p:cNvPr id="2" name="txtClassification">
            <a:extLst>
              <a:ext uri="{FF2B5EF4-FFF2-40B4-BE49-F238E27FC236}">
                <a16:creationId xmlns:a16="http://schemas.microsoft.com/office/drawing/2014/main" id="{72047043-56FC-B90E-B789-34510C97ABB5}"/>
              </a:ext>
            </a:extLst>
          </p:cNvPr>
          <p:cNvSpPr txBox="1"/>
          <p:nvPr userDrawn="1"/>
        </p:nvSpPr>
        <p:spPr>
          <a:xfrm>
            <a:off x="334963" y="6469380"/>
            <a:ext cx="750888" cy="1793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b="0" i="0" u="none" cap="all" baseline="0" dirty="0">
                <a:solidFill>
                  <a:srgbClr val="A8005C"/>
                </a:solidFill>
                <a:latin typeface="E+H Serif" pitchFamily="18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0" r:id="rId2"/>
    <p:sldLayoutId id="2147483697" r:id="rId3"/>
    <p:sldLayoutId id="2147483668" r:id="rId4"/>
    <p:sldLayoutId id="2147483672" r:id="rId5"/>
    <p:sldLayoutId id="2147483673" r:id="rId6"/>
    <p:sldLayoutId id="2147483683" r:id="rId7"/>
    <p:sldLayoutId id="2147483684" r:id="rId8"/>
    <p:sldLayoutId id="2147483676" r:id="rId9"/>
    <p:sldLayoutId id="2147483677" r:id="rId10"/>
    <p:sldLayoutId id="2147483664" r:id="rId11"/>
    <p:sldLayoutId id="2147483663" r:id="rId12"/>
    <p:sldLayoutId id="2147483665" r:id="rId13"/>
    <p:sldLayoutId id="2147483666" r:id="rId14"/>
    <p:sldLayoutId id="2147483652" r:id="rId15"/>
    <p:sldLayoutId id="2147483682" r:id="rId16"/>
    <p:sldLayoutId id="2147483654" r:id="rId17"/>
    <p:sldLayoutId id="2147483655" r:id="rId18"/>
    <p:sldLayoutId id="2147483678" r:id="rId19"/>
    <p:sldLayoutId id="2147483685" r:id="rId20"/>
    <p:sldLayoutId id="2147483686" r:id="rId21"/>
    <p:sldLayoutId id="2147483688" r:id="rId22"/>
    <p:sldLayoutId id="2147483689" r:id="rId23"/>
    <p:sldLayoutId id="2147483690" r:id="rId24"/>
    <p:sldLayoutId id="2147483679" r:id="rId25"/>
    <p:sldLayoutId id="2147483692" r:id="rId26"/>
    <p:sldLayoutId id="2147483693" r:id="rId27"/>
    <p:sldLayoutId id="2147483694" r:id="rId28"/>
    <p:sldLayoutId id="2147483698" r:id="rId29"/>
    <p:sldLayoutId id="2147483695" r:id="rId30"/>
    <p:sldLayoutId id="2147483696" r:id="rId31"/>
    <p:sldLayoutId id="2147483687" r:id="rId32"/>
    <p:sldLayoutId id="2147483691" r:id="rId33"/>
    <p:sldLayoutId id="2147483681" r:id="rId34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A8005C"/>
          </a:solidFill>
          <a:latin typeface="E+H Serif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9pPr>
    </p:titleStyle>
    <p:bodyStyle>
      <a:lvl1pPr marL="269875" indent="-269875" algn="l" rtl="0" eaLnBrk="1" fontAlgn="base" hangingPunct="1">
        <a:lnSpc>
          <a:spcPct val="110000"/>
        </a:lnSpc>
        <a:spcBef>
          <a:spcPts val="0"/>
        </a:spcBef>
        <a:spcAft>
          <a:spcPts val="600"/>
        </a:spcAft>
        <a:buClr>
          <a:srgbClr val="007CAA"/>
        </a:buClr>
        <a:buFont typeface="E+H Serif" pitchFamily="18" charset="0"/>
        <a:buChar char="•"/>
        <a:defRPr sz="2000">
          <a:solidFill>
            <a:srgbClr val="000000"/>
          </a:solidFill>
          <a:latin typeface="E+H Serif"/>
          <a:ea typeface="+mn-ea"/>
          <a:cs typeface="+mn-cs"/>
        </a:defRPr>
      </a:lvl1pPr>
      <a:lvl2pPr marL="541338" indent="-271463" algn="l" rtl="0" eaLnBrk="1" fontAlgn="base" hangingPunct="1">
        <a:lnSpc>
          <a:spcPct val="110000"/>
        </a:lnSpc>
        <a:spcBef>
          <a:spcPts val="0"/>
        </a:spcBef>
        <a:spcAft>
          <a:spcPts val="600"/>
        </a:spcAft>
        <a:buClr>
          <a:srgbClr val="007CAA"/>
        </a:buClr>
        <a:buFont typeface="E+H Serif" pitchFamily="18" charset="0"/>
        <a:buChar char="•"/>
        <a:defRPr sz="1800">
          <a:solidFill>
            <a:srgbClr val="000000"/>
          </a:solidFill>
          <a:latin typeface="E+H Serif"/>
        </a:defRPr>
      </a:lvl2pPr>
      <a:lvl3pPr marL="717550" indent="-18256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3pPr>
      <a:lvl4pPr marL="900113" indent="-17621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4pPr>
      <a:lvl5pPr marL="1074738" indent="-18256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5pPr>
      <a:lvl6pPr marL="22526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6pPr>
      <a:lvl7pPr marL="27098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7pPr>
      <a:lvl8pPr marL="31670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8pPr>
      <a:lvl9pPr marL="36242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3" orient="horz" pos="38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pos="6306" userDrawn="1">
          <p15:clr>
            <a:srgbClr val="F26B43"/>
          </p15:clr>
        </p15:guide>
        <p15:guide id="6" orient="horz" pos="731" userDrawn="1">
          <p15:clr>
            <a:srgbClr val="F26B43"/>
          </p15:clr>
        </p15:guide>
        <p15:guide id="7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cl/fi/s804to4dmrvgm4xwr5l3e/RSLogix5000_V35.xsd?rlkey=c236opuvsh6ullwfw0auc68h1&amp;e=3&amp;dl=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7FF64E2C_E0829901.xml"/><Relationship Id="rId1" Type="http://schemas.openxmlformats.org/officeDocument/2006/relationships/slideLayout" Target="../slideLayouts/slideLayout3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otnet/core/testing/unit-testing-mstest-intro" TargetMode="External"/><Relationship Id="rId3" Type="http://schemas.openxmlformats.org/officeDocument/2006/relationships/hyperlink" Target="https://literature.rockwellautomation.com/idc/groups/literature/documents/pm/1756-pm019_-en-p.pdf" TargetMode="External"/><Relationship Id="rId7" Type="http://schemas.openxmlformats.org/officeDocument/2006/relationships/hyperlink" Target="https://github.com/FlaUI/FlaUI" TargetMode="External"/><Relationship Id="rId2" Type="http://schemas.openxmlformats.org/officeDocument/2006/relationships/hyperlink" Target="https://www.dropbox.com/scl/fi/s804to4dmrvgm4xwr5l3e/RSLogix5000_V35.xsd?rlkey=c236opuvsh6ullwfw0auc68h1&amp;e=3&amp;dl=0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devlooped/moq" TargetMode="External"/><Relationship Id="rId5" Type="http://schemas.openxmlformats.org/officeDocument/2006/relationships/hyperlink" Target="https://learn.microsoft.com/en-us/dotnet/api/system.xml.linq?view=net-9.0" TargetMode="External"/><Relationship Id="rId4" Type="http://schemas.openxmlformats.org/officeDocument/2006/relationships/hyperlink" Target="https://literature.rockwellautomation.com/idc/groups/literature/documents/rm/1756-rm014_-en-p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gTitleImage">
            <a:extLst>
              <a:ext uri="{FF2B5EF4-FFF2-40B4-BE49-F238E27FC236}">
                <a16:creationId xmlns:a16="http://schemas.microsoft.com/office/drawing/2014/main" id="{C3B7D229-3ECF-4709-9625-F30A610A6E9F}"/>
              </a:ext>
            </a:extLst>
          </p:cNvPr>
          <p:cNvPicPr>
            <a:picLocks noGrp="1"/>
          </p:cNvPicPr>
          <p:nvPr>
            <p:ph type="pic" sz="quarter" idx="13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/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A4BD512-8888-3571-BBB4-2135E5ACD2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2" y="3215568"/>
            <a:ext cx="11857036" cy="30582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16AD88-F4D7-9658-2A23-27726B328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964" y="3742482"/>
            <a:ext cx="9351811" cy="1431013"/>
          </a:xfrm>
        </p:spPr>
        <p:txBody>
          <a:bodyPr wrap="square" anchor="b">
            <a:normAutofit/>
          </a:bodyPr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5DBE8C5-106F-9E45-96DE-92C740078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63" y="5361113"/>
            <a:ext cx="9351812" cy="563036"/>
          </a:xfrm>
        </p:spPr>
        <p:txBody>
          <a:bodyPr wrap="square" anchor="t">
            <a:normAutofit/>
          </a:bodyPr>
          <a:lstStyle/>
          <a:p>
            <a:pPr>
              <a:lnSpc>
                <a:spcPct val="96000"/>
              </a:lnSpc>
              <a:spcAft>
                <a:spcPts val="600"/>
              </a:spcAft>
            </a:pPr>
            <a:r>
              <a:rPr lang="en-US" sz="1900" dirty="0"/>
              <a:t>Creating an alternative tool for generating L5X files for use in Rockwell Automation’s Studio 5000 Logix Designer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8DB09D-36CE-9628-7D8F-D096E3AA45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ADA42ED7-2460-4826-BCE9-C1C85A199F52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DE6B9-AA42-A010-C051-99ED8FAC2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4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6C52-67BC-A4C8-3ED0-3636080E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7A2E-1427-5278-B512-F2A80C31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ABB78FB-6052-78C4-38A0-9B7AF58E9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  <a:p>
            <a:r>
              <a:rPr lang="en-US" dirty="0"/>
              <a:t>Implemented Features</a:t>
            </a:r>
          </a:p>
          <a:p>
            <a:r>
              <a:rPr lang="en-US" dirty="0"/>
              <a:t>Design timeline</a:t>
            </a:r>
          </a:p>
          <a:p>
            <a:r>
              <a:rPr lang="en-US" dirty="0"/>
              <a:t>Tools Used</a:t>
            </a:r>
          </a:p>
          <a:p>
            <a:r>
              <a:rPr lang="en-US" dirty="0"/>
              <a:t>System Design</a:t>
            </a:r>
          </a:p>
          <a:p>
            <a:r>
              <a:rPr lang="en-US" dirty="0"/>
              <a:t>Testing and Verification</a:t>
            </a:r>
          </a:p>
          <a:p>
            <a:r>
              <a:rPr lang="en-US" dirty="0"/>
              <a:t>Lessons Learned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4D59-887A-89DB-90DC-83D1F284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AEB583-7C00-647F-EA4B-94073292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ED4F0B8-A3B9-4B6F-BEC0-B0E78C1192A7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92DEA4-6CF8-8F90-FC4B-A9A798E2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5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7666-7C19-635B-616A-B69C9D68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Project Necessity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0705606-BEFC-7BD3-6686-7F86A4FF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goal of this application was to create a tool that can function as a </a:t>
            </a:r>
            <a:r>
              <a:rPr lang="en-US" dirty="0" err="1"/>
              <a:t>sidegrade</a:t>
            </a:r>
            <a:r>
              <a:rPr lang="en-US" dirty="0"/>
              <a:t> of Rockwell Automation’s Studio 5000 Logix Designer. It needed to address the following issues with the existing designer:</a:t>
            </a:r>
          </a:p>
          <a:p>
            <a:r>
              <a:rPr lang="en-US" dirty="0"/>
              <a:t>Designing controller code from scratch for each project in the designer could be tedious and repetitive</a:t>
            </a:r>
          </a:p>
          <a:p>
            <a:r>
              <a:rPr lang="en-US" dirty="0"/>
              <a:t>There was no simple way to generate large amounts of basic template code that would be frequently reused in a time-efficient manner</a:t>
            </a:r>
          </a:p>
          <a:p>
            <a:r>
              <a:rPr lang="en-US" dirty="0"/>
              <a:t>The existing designer was overly detail-oriented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A76B-BB63-A9BF-165B-E74B2985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A4B39-7169-D66F-6581-2C921C61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0217EB87-4295-424C-A6F1-F245521C8698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3C20AC-5806-3680-AF5B-733BD52F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1028" name="Picture 4" descr="5 Tips for Getting Started in RSLogix 5000 | DMC, Inc.">
            <a:extLst>
              <a:ext uri="{FF2B5EF4-FFF2-40B4-BE49-F238E27FC236}">
                <a16:creationId xmlns:a16="http://schemas.microsoft.com/office/drawing/2014/main" id="{6C86E4AC-1B5D-4CB7-A176-9C365C540E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2" b="19921"/>
          <a:stretch>
            <a:fillRect/>
          </a:stretch>
        </p:blipFill>
        <p:spPr bwMode="auto">
          <a:xfrm>
            <a:off x="9769601" y="2034348"/>
            <a:ext cx="2276475" cy="13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y6 Part3 Rockwell Studio 5000 training Complete Function Block diagram  FBD programming">
            <a:extLst>
              <a:ext uri="{FF2B5EF4-FFF2-40B4-BE49-F238E27FC236}">
                <a16:creationId xmlns:a16="http://schemas.microsoft.com/office/drawing/2014/main" id="{84E072FF-ABEC-64D2-234E-9A5158069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"/>
          <a:stretch>
            <a:fillRect/>
          </a:stretch>
        </p:blipFill>
        <p:spPr bwMode="auto">
          <a:xfrm>
            <a:off x="7010400" y="3403826"/>
            <a:ext cx="5035676" cy="26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96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5873-0A0A-14D5-9C6C-E6923A0F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11E1-2F3C-706B-E772-4C7FF4CB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Necessary Features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29D0112-3559-BA85-36ED-E2064B91F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application will speed up the bulk of development, </a:t>
            </a:r>
          </a:p>
          <a:p>
            <a:pPr marL="0" indent="0">
              <a:buNone/>
            </a:pPr>
            <a:r>
              <a:rPr lang="en-US" dirty="0"/>
              <a:t>It will help augment development through implementation of the following features:</a:t>
            </a:r>
          </a:p>
          <a:p>
            <a:r>
              <a:rPr lang="en-US" dirty="0"/>
              <a:t>Create new objects from a default template</a:t>
            </a:r>
          </a:p>
          <a:p>
            <a:r>
              <a:rPr lang="en-US" dirty="0"/>
              <a:t>Import objects from other files</a:t>
            </a:r>
          </a:p>
          <a:p>
            <a:r>
              <a:rPr lang="en-US" dirty="0"/>
              <a:t>Modify existing objects in the file</a:t>
            </a:r>
          </a:p>
          <a:p>
            <a:r>
              <a:rPr lang="en-US" dirty="0"/>
              <a:t>Delete existing objects in the file</a:t>
            </a:r>
          </a:p>
          <a:p>
            <a:r>
              <a:rPr lang="en-US" dirty="0"/>
              <a:t>Load existing files</a:t>
            </a:r>
          </a:p>
          <a:p>
            <a:r>
              <a:rPr lang="en-US" dirty="0"/>
              <a:t>Save file as .L5X</a:t>
            </a:r>
          </a:p>
          <a:p>
            <a:r>
              <a:rPr lang="en-US" dirty="0"/>
              <a:t>Library of files for the user to select from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F4611-BDC5-30DA-B81B-069E70C7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10D28F-D0D7-89C9-84EE-6BB86615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509DEC0-B203-4E7F-B1E2-3D38B394EC90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89AD5A-D9B8-0DD6-9BCC-CA23CBE7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4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66DE4-249B-FCA3-5A7F-05F163C9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6C66-1F62-7184-B675-F8634209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Design Timeline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B3CDBD9-BD4E-E7E3-A1E9-2D692BAA1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 1:</a:t>
            </a:r>
          </a:p>
          <a:p>
            <a:pPr lvl="1"/>
            <a:r>
              <a:rPr lang="en-US" dirty="0"/>
              <a:t>Investigation into applicable tools and resources</a:t>
            </a:r>
          </a:p>
          <a:p>
            <a:pPr lvl="1"/>
            <a:r>
              <a:rPr lang="en-US" dirty="0"/>
              <a:t>Feature outline and requirements development</a:t>
            </a:r>
          </a:p>
          <a:p>
            <a:pPr lvl="1"/>
            <a:r>
              <a:rPr lang="en-US" dirty="0"/>
              <a:t>Application development</a:t>
            </a:r>
          </a:p>
          <a:p>
            <a:r>
              <a:rPr lang="en-US" dirty="0"/>
              <a:t>Term 2: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r>
              <a:rPr lang="en-US" dirty="0"/>
              <a:t>Testing and verification</a:t>
            </a:r>
          </a:p>
          <a:p>
            <a:pPr lvl="1"/>
            <a:r>
              <a:rPr lang="en-US" dirty="0"/>
              <a:t>Application cleanup</a:t>
            </a:r>
          </a:p>
          <a:p>
            <a:pPr lvl="1"/>
            <a:r>
              <a:rPr lang="en-US" dirty="0"/>
              <a:t>Final reporting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F90B-3B05-898A-22FC-076CFE1C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1CFC65-37C8-4089-27E5-F2837CEC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56BA209A-2E05-4EC7-ADAC-6B751F7D63D1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3752C8-897A-58CF-1846-D12DCC14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380D4-886C-1DFA-176E-FCE5F49F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CF5C-CDCF-A0BC-C8E2-1BBB0614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Application Tools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D6C0032-109D-5E6D-74D4-9A87B9B5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 Overview</a:t>
            </a:r>
          </a:p>
          <a:p>
            <a:r>
              <a:rPr lang="en-US" dirty="0"/>
              <a:t>Developed as a WinForms application</a:t>
            </a:r>
          </a:p>
          <a:p>
            <a:r>
              <a:rPr lang="en-US" dirty="0"/>
              <a:t>Utilized an event‑driven architecture to pass control between Forms</a:t>
            </a:r>
          </a:p>
          <a:p>
            <a:pPr marL="0" indent="0">
              <a:buNone/>
            </a:pPr>
            <a:r>
              <a:rPr lang="en-US" dirty="0"/>
              <a:t>Form Interaction</a:t>
            </a:r>
          </a:p>
          <a:p>
            <a:r>
              <a:rPr lang="en-US" dirty="0"/>
              <a:t>Multiple Forms collected user responses</a:t>
            </a:r>
          </a:p>
          <a:p>
            <a:r>
              <a:rPr lang="en-US" dirty="0"/>
              <a:t>Each Form returned data back to the main workflow</a:t>
            </a:r>
          </a:p>
          <a:p>
            <a:r>
              <a:rPr lang="en-US" dirty="0"/>
              <a:t>Control flowed dynamically based on user interaction</a:t>
            </a:r>
          </a:p>
          <a:p>
            <a:pPr marL="0" indent="0">
              <a:buNone/>
            </a:pPr>
            <a:r>
              <a:rPr lang="en-US" dirty="0"/>
              <a:t>Logic &amp; Data Handling</a:t>
            </a:r>
          </a:p>
          <a:p>
            <a:r>
              <a:rPr lang="en-US" dirty="0"/>
              <a:t>Business logic implemented using LINQ (Language Integrated Query)</a:t>
            </a:r>
          </a:p>
          <a:p>
            <a:r>
              <a:rPr lang="en-US" dirty="0"/>
              <a:t>Utilizes an XML schema file(</a:t>
            </a:r>
            <a:r>
              <a:rPr lang="en-US" dirty="0">
                <a:hlinkClick r:id="rId2"/>
              </a:rPr>
              <a:t>RSLogix5000_V35.xsd</a:t>
            </a:r>
            <a:r>
              <a:rPr lang="en-US" dirty="0"/>
              <a:t>) developed by Jeremy Medders on </a:t>
            </a:r>
            <a:r>
              <a:rPr lang="en-US" dirty="0" err="1"/>
              <a:t>dropbox</a:t>
            </a:r>
            <a:endParaRPr lang="en-US" dirty="0"/>
          </a:p>
          <a:p>
            <a:r>
              <a:rPr lang="en-US" dirty="0"/>
              <a:t>Streamlined the creation of a master XML 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8B544-2681-30E6-8B20-0056C34F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2EE9C-01DF-A433-52D1-9D3FCC75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5E6E4DAA-47C7-43C2-BAFF-9E29DC30B4C8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E2081A-0760-CE8A-1306-0ACE1153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326D9-95CE-9C7A-9B22-3CD559A0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4B76-A3DE-8B10-4584-CAA5BCEA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GUI Displays Flowchart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D1437-1814-4718-15B2-4F4FE59D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2FE55-B206-389E-6D0D-9464FE39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0E17D-BE8E-1377-A679-B5EA93B3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15" name="Picture 14" descr="A Flow chart displaying all windows in the application and how they lead to one another">
            <a:extLst>
              <a:ext uri="{FF2B5EF4-FFF2-40B4-BE49-F238E27FC236}">
                <a16:creationId xmlns:a16="http://schemas.microsoft.com/office/drawing/2014/main" id="{D209E713-11DD-16BC-02AC-C8F52F875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82" y="310829"/>
            <a:ext cx="10468818" cy="5926482"/>
          </a:xfrm>
          <a:prstGeom prst="rect">
            <a:avLst/>
          </a:prstGeom>
        </p:spPr>
      </p:pic>
      <p:pic>
        <p:nvPicPr>
          <p:cNvPr id="10242" name="ActionSelect">
            <a:extLst>
              <a:ext uri="{FF2B5EF4-FFF2-40B4-BE49-F238E27FC236}">
                <a16:creationId xmlns:a16="http://schemas.microsoft.com/office/drawing/2014/main" id="{461CD87D-B8E2-EBAC-C16F-E56594D3F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780" y="3113311"/>
            <a:ext cx="720731" cy="46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261959-73BE-AC8F-A9DA-6CAEF5E9BB95}"/>
              </a:ext>
            </a:extLst>
          </p:cNvPr>
          <p:cNvSpPr/>
          <p:nvPr/>
        </p:nvSpPr>
        <p:spPr>
          <a:xfrm>
            <a:off x="5466560" y="3090863"/>
            <a:ext cx="742951" cy="485775"/>
          </a:xfrm>
          <a:prstGeom prst="roundRect">
            <a:avLst/>
          </a:prstGeom>
          <a:solidFill>
            <a:srgbClr val="007CAA">
              <a:alpha val="60000"/>
            </a:srgbClr>
          </a:solidFill>
          <a:ln w="38100">
            <a:solidFill>
              <a:srgbClr val="007CAA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3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F5F0CA-AE20-3F47-A2DA-544E059723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t">
              <a:lnSpc>
                <a:spcPct val="100000"/>
              </a:lnSpc>
            </a:pPr>
            <a:r>
              <a:rPr lang="en-US" b="1" dirty="0"/>
              <a:t>Presentation Layer — WinForms UI</a:t>
            </a:r>
            <a:endParaRPr lang="en-US" dirty="0"/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Multi‑form, event‑driven design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Each form collects user input and returns structured data to the workflow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Navigation between forms follows dynamic UI flow sequences</a:t>
            </a:r>
          </a:p>
          <a:p>
            <a:pPr fontAlgn="t">
              <a:lnSpc>
                <a:spcPct val="100000"/>
              </a:lnSpc>
            </a:pPr>
            <a:r>
              <a:rPr lang="en-US" b="1" dirty="0"/>
              <a:t>Business Logic Layer</a:t>
            </a:r>
            <a:endParaRPr lang="en-US" dirty="0"/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Core processing written in C# using </a:t>
            </a:r>
            <a:r>
              <a:rPr lang="en-US" b="1" dirty="0"/>
              <a:t>LINQ to XML</a:t>
            </a:r>
            <a:endParaRPr lang="en-US" dirty="0"/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Manages creation, editing, and deletion of L5X objects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Validates data against schema‑derived rules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Coordinates object mapping from templates to final XML structure</a:t>
            </a:r>
          </a:p>
          <a:p>
            <a:pPr fontAlgn="t">
              <a:lnSpc>
                <a:spcPct val="100000"/>
              </a:lnSpc>
            </a:pPr>
            <a:r>
              <a:rPr lang="en-US" b="1" dirty="0"/>
              <a:t>Data &amp; File Layer</a:t>
            </a:r>
            <a:endParaRPr lang="en-US" dirty="0"/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Uses the </a:t>
            </a:r>
            <a:r>
              <a:rPr lang="en-US" b="1" dirty="0"/>
              <a:t>RSLogix5000_V35.xsd XML schema</a:t>
            </a:r>
            <a:r>
              <a:rPr lang="en-US" dirty="0"/>
              <a:t> for structure guidance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Loads template files from a defined library</a:t>
            </a:r>
          </a:p>
          <a:p>
            <a:pPr marL="271463" indent="-271463" fontAlgn="t">
              <a:lnSpc>
                <a:spcPct val="100000"/>
              </a:lnSpc>
              <a:buSzPct val="100000"/>
              <a:buFont typeface="E+H Serif" panose="02020403050405020404" pitchFamily="18" charset="0"/>
              <a:buChar char="•"/>
            </a:pPr>
            <a:r>
              <a:rPr lang="en-US" dirty="0"/>
              <a:t>Central “Master XML Handler” class abstracts all read/write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C765E-B543-78A9-1A98-7AE43A3666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6C6B4-C229-7E23-3125-59DBE753831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5B569-8DC0-B4BA-84DA-1316D64196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343E2BDD-E02E-4050-BD42-EC51EC0E8A8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E23E98-5860-3F33-9CE1-AB9573CB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summary</a:t>
            </a:r>
          </a:p>
        </p:txBody>
      </p:sp>
    </p:spTree>
    <p:extLst>
      <p:ext uri="{BB962C8B-B14F-4D97-AF65-F5344CB8AC3E}">
        <p14:creationId xmlns:p14="http://schemas.microsoft.com/office/powerpoint/2010/main" val="414721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A1A2-FD6D-0264-7CAC-569FBB94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A355-078B-FB4E-2912-C0CF5C2B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GUI Displays Flowchart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38F26-6031-7239-1A09-1427676C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47936-E941-129B-1218-2E423FBE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C07567-307C-AFF3-49AC-7E0858B2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10242" name="!ActionSelect">
            <a:extLst>
              <a:ext uri="{FF2B5EF4-FFF2-40B4-BE49-F238E27FC236}">
                <a16:creationId xmlns:a16="http://schemas.microsoft.com/office/drawing/2014/main" id="{F222EBA9-47DB-A494-0A25-7CD0A39D0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14" y="444588"/>
            <a:ext cx="8328874" cy="579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ctionSelect">
            <a:extLst>
              <a:ext uri="{FF2B5EF4-FFF2-40B4-BE49-F238E27FC236}">
                <a16:creationId xmlns:a16="http://schemas.microsoft.com/office/drawing/2014/main" id="{771B8AC6-311F-3E75-33C2-615158918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88" y="1114340"/>
            <a:ext cx="6853725" cy="4316230"/>
          </a:xfrm>
          <a:prstGeom prst="rect">
            <a:avLst/>
          </a:prstGeom>
          <a:noFill/>
        </p:spPr>
      </p:pic>
      <p:pic>
        <p:nvPicPr>
          <p:cNvPr id="10" name="NewFile">
            <a:extLst>
              <a:ext uri="{FF2B5EF4-FFF2-40B4-BE49-F238E27FC236}">
                <a16:creationId xmlns:a16="http://schemas.microsoft.com/office/drawing/2014/main" id="{A8BD3308-9470-9AF2-87BA-D34E2A93E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1" t="67604" r="73596" b="17547"/>
          <a:stretch>
            <a:fillRect/>
          </a:stretch>
        </p:blipFill>
        <p:spPr>
          <a:xfrm>
            <a:off x="2770368" y="4038600"/>
            <a:ext cx="1451588" cy="638175"/>
          </a:xfrm>
          <a:prstGeom prst="rect">
            <a:avLst/>
          </a:prstGeom>
          <a:noFill/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7ADB1C-4CC1-050A-F7E0-C59FABA26D8C}"/>
              </a:ext>
            </a:extLst>
          </p:cNvPr>
          <p:cNvSpPr/>
          <p:nvPr/>
        </p:nvSpPr>
        <p:spPr>
          <a:xfrm>
            <a:off x="2675735" y="3900488"/>
            <a:ext cx="1581940" cy="890587"/>
          </a:xfrm>
          <a:prstGeom prst="roundRect">
            <a:avLst/>
          </a:prstGeom>
          <a:solidFill>
            <a:srgbClr val="007CAA">
              <a:alpha val="60000"/>
            </a:srgbClr>
          </a:solidFill>
          <a:ln w="38100">
            <a:solidFill>
              <a:srgbClr val="007CAA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8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68EB-BBA3-381D-430F-E3F9DF8B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FD57-0C1F-53FC-E4AC-6E4AC4F8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New File Pathing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5496-A425-4EB0-4B85-1B98E6B4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0071A-23EE-C0B0-7BC3-656D969C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F8ABB-0706-BB35-FFAC-F2F7471C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6" name="!NewFile">
            <a:extLst>
              <a:ext uri="{FF2B5EF4-FFF2-40B4-BE49-F238E27FC236}">
                <a16:creationId xmlns:a16="http://schemas.microsoft.com/office/drawing/2014/main" id="{BF17B26E-CEBE-31E2-A928-A78B0BE1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1" t="67604" r="73596" b="17547"/>
          <a:stretch>
            <a:fillRect/>
          </a:stretch>
        </p:blipFill>
        <p:spPr>
          <a:xfrm>
            <a:off x="1545843" y="1119567"/>
            <a:ext cx="9552756" cy="4199766"/>
          </a:xfrm>
          <a:prstGeom prst="rect">
            <a:avLst/>
          </a:prstGeom>
          <a:noFill/>
        </p:spPr>
      </p:pic>
      <p:pic>
        <p:nvPicPr>
          <p:cNvPr id="11268" name="NewFile">
            <a:extLst>
              <a:ext uri="{FF2B5EF4-FFF2-40B4-BE49-F238E27FC236}">
                <a16:creationId xmlns:a16="http://schemas.microsoft.com/office/drawing/2014/main" id="{14AE5F5A-6C88-0F58-A592-0FB668BF9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35" y="980731"/>
            <a:ext cx="11428631" cy="48826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DD576A-A414-9915-960B-C7192C1A13D8}"/>
              </a:ext>
            </a:extLst>
          </p:cNvPr>
          <p:cNvSpPr/>
          <p:nvPr/>
        </p:nvSpPr>
        <p:spPr>
          <a:xfrm>
            <a:off x="2514600" y="2705100"/>
            <a:ext cx="8839200" cy="901700"/>
          </a:xfrm>
          <a:prstGeom prst="roundRect">
            <a:avLst/>
          </a:prstGeom>
          <a:solidFill>
            <a:srgbClr val="007CAA">
              <a:alpha val="20000"/>
            </a:srgbClr>
          </a:solidFill>
          <a:ln>
            <a:solidFill>
              <a:srgbClr val="007CAA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B339-4EEC-59AB-4772-95A4281B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6CC9-4051-8C8E-6F53-6558CC8D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New File Pathing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7C85B-3F3C-7F47-8670-EC9B7599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98780-7782-6438-33E0-36B16CFB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345246-AA94-A9AA-8773-390E7B83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10" name="!NewFile">
            <a:extLst>
              <a:ext uri="{FF2B5EF4-FFF2-40B4-BE49-F238E27FC236}">
                <a16:creationId xmlns:a16="http://schemas.microsoft.com/office/drawing/2014/main" id="{36552AD4-E539-C4C4-F016-02E1B6D7E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0" t="28133" r="679" b="47493"/>
          <a:stretch>
            <a:fillRect/>
          </a:stretch>
        </p:blipFill>
        <p:spPr bwMode="auto">
          <a:xfrm>
            <a:off x="1173906" y="2090712"/>
            <a:ext cx="10296628" cy="231618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NewFile" descr="A Flow chart displaying all windows in the application and how they lead to one another">
            <a:extLst>
              <a:ext uri="{FF2B5EF4-FFF2-40B4-BE49-F238E27FC236}">
                <a16:creationId xmlns:a16="http://schemas.microsoft.com/office/drawing/2014/main" id="{5956B2B1-2846-2DBE-61A6-5C404403D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0" t="32704" r="60214" b="51579"/>
          <a:stretch>
            <a:fillRect/>
          </a:stretch>
        </p:blipFill>
        <p:spPr>
          <a:xfrm>
            <a:off x="1143001" y="1386840"/>
            <a:ext cx="10358438" cy="351282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3E6493-7963-69F9-0E49-FBFB34C98CC6}"/>
              </a:ext>
            </a:extLst>
          </p:cNvPr>
          <p:cNvSpPr/>
          <p:nvPr/>
        </p:nvSpPr>
        <p:spPr>
          <a:xfrm>
            <a:off x="2204551" y="1992834"/>
            <a:ext cx="2469049" cy="1512365"/>
          </a:xfrm>
          <a:prstGeom prst="roundRect">
            <a:avLst/>
          </a:prstGeom>
          <a:solidFill>
            <a:srgbClr val="007CAA">
              <a:alpha val="20000"/>
            </a:srgbClr>
          </a:solidFill>
          <a:ln>
            <a:solidFill>
              <a:srgbClr val="007CAA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13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9F6A-C1EA-199A-6410-C327902E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F8F7-7FD1-D66F-55BE-B09150AA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New File Pathing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8FCD3-24C5-4D9D-9FA2-17B51B3E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C7758-5A3A-B7B2-8B08-2352C841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E8CF7-B43D-DD81-DE4D-0FB8CA97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15" name="!NewFile" descr="A Flow chart displaying all windows in the application and how they lead to one another">
            <a:extLst>
              <a:ext uri="{FF2B5EF4-FFF2-40B4-BE49-F238E27FC236}">
                <a16:creationId xmlns:a16="http://schemas.microsoft.com/office/drawing/2014/main" id="{17752B2B-1B72-2430-A670-818B3CCFD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0" t="32704" r="60214" b="51579"/>
          <a:stretch>
            <a:fillRect/>
          </a:stretch>
        </p:blipFill>
        <p:spPr>
          <a:xfrm>
            <a:off x="3045421" y="1930402"/>
            <a:ext cx="6553598" cy="222249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NewFile">
            <a:extLst>
              <a:ext uri="{FF2B5EF4-FFF2-40B4-BE49-F238E27FC236}">
                <a16:creationId xmlns:a16="http://schemas.microsoft.com/office/drawing/2014/main" id="{BE5C2147-6B8C-1D93-D1D8-4113A963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67" y="1283432"/>
            <a:ext cx="9776708" cy="3872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8A10BF-2126-40C7-FAE5-7BBF6C867EF1}"/>
              </a:ext>
            </a:extLst>
          </p:cNvPr>
          <p:cNvSpPr/>
          <p:nvPr/>
        </p:nvSpPr>
        <p:spPr>
          <a:xfrm>
            <a:off x="6540500" y="4330700"/>
            <a:ext cx="2133600" cy="730896"/>
          </a:xfrm>
          <a:prstGeom prst="roundRect">
            <a:avLst/>
          </a:prstGeom>
          <a:solidFill>
            <a:srgbClr val="007CAA">
              <a:alpha val="20000"/>
            </a:srgbClr>
          </a:solidFill>
          <a:ln>
            <a:solidFill>
              <a:srgbClr val="007CAA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060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7F1E-9132-6B43-FA78-6CD22780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4D3D-CF39-6C55-45B8-AB9F07D5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7018337" cy="360041"/>
          </a:xfrm>
        </p:spPr>
        <p:txBody>
          <a:bodyPr/>
          <a:lstStyle/>
          <a:p>
            <a:r>
              <a:rPr lang="en-US" dirty="0"/>
              <a:t>New File Pathing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48088-5AD3-2119-84FA-2876083B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0AB3E-73E0-E11E-4112-DDA4E807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C6F8E2D1-BFA0-484A-B7F1-E348F2594759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94B326-A35F-D05E-DD5B-CAE2B4D4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pic>
        <p:nvPicPr>
          <p:cNvPr id="3" name="!NewFile">
            <a:extLst>
              <a:ext uri="{FF2B5EF4-FFF2-40B4-BE49-F238E27FC236}">
                <a16:creationId xmlns:a16="http://schemas.microsoft.com/office/drawing/2014/main" id="{A34E6259-020A-CE8B-AC93-FDF3B8CB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34" y="911176"/>
            <a:ext cx="11084414" cy="4390780"/>
          </a:xfrm>
          <a:prstGeom prst="rect">
            <a:avLst/>
          </a:prstGeom>
        </p:spPr>
      </p:pic>
      <p:pic>
        <p:nvPicPr>
          <p:cNvPr id="11268" name="NewFile">
            <a:extLst>
              <a:ext uri="{FF2B5EF4-FFF2-40B4-BE49-F238E27FC236}">
                <a16:creationId xmlns:a16="http://schemas.microsoft.com/office/drawing/2014/main" id="{398BFDD6-EE1D-2233-1BC7-9B7205573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1" y="911419"/>
            <a:ext cx="11590866" cy="49519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27682E-55F4-1E8E-3D74-DD36AAF5EC17}"/>
              </a:ext>
            </a:extLst>
          </p:cNvPr>
          <p:cNvSpPr/>
          <p:nvPr/>
        </p:nvSpPr>
        <p:spPr>
          <a:xfrm>
            <a:off x="2489200" y="3543300"/>
            <a:ext cx="8839200" cy="1663700"/>
          </a:xfrm>
          <a:prstGeom prst="roundRect">
            <a:avLst/>
          </a:prstGeom>
          <a:solidFill>
            <a:srgbClr val="007CAA">
              <a:alpha val="20000"/>
            </a:srgbClr>
          </a:solidFill>
          <a:ln>
            <a:solidFill>
              <a:srgbClr val="007CAA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latin typeface="E+H Sans" panose="020B040405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187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3E07-841D-0CCD-502B-0FE388BB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9E63B-65A1-3030-DC23-CA1AF7150CC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A93D2-C404-5313-F354-72800B3D775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32B897BE-5B46-4D7A-8E5C-716C3CDA6A39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6E7F2-C333-13E7-6A23-E317DC8149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Live Demo!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6CDB0-B34B-8995-0E8B-C319A922B5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0713"/>
            <a:ext cx="5227638" cy="360362"/>
          </a:xfrm>
        </p:spPr>
        <p:txBody>
          <a:bodyPr/>
          <a:lstStyle/>
          <a:p>
            <a:r>
              <a:rPr lang="en-US" dirty="0"/>
              <a:t>Application Demo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BEF8-5E91-2668-D8BE-7A069006F3A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95263"/>
            <a:ext cx="9674225" cy="179387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33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D9B0-5B21-4CD0-D2A0-F8AC0DEF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F43D-AFFC-E605-7E56-71EB1559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20690"/>
            <a:ext cx="11522075" cy="360041"/>
          </a:xfrm>
        </p:spPr>
        <p:txBody>
          <a:bodyPr/>
          <a:lstStyle/>
          <a:p>
            <a:r>
              <a:rPr lang="en-US" dirty="0"/>
              <a:t>Test Structure &amp; Tools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EC16664-E325-8471-1AD8-B48802529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tests are written in C# utilizing </a:t>
            </a:r>
            <a:r>
              <a:rPr lang="en-US" dirty="0" err="1"/>
              <a:t>MSTest</a:t>
            </a:r>
            <a:r>
              <a:rPr lang="en-US" dirty="0"/>
              <a:t>, and are split into 3 different namespaces:</a:t>
            </a:r>
          </a:p>
          <a:p>
            <a:r>
              <a:rPr lang="en-US" dirty="0" err="1"/>
              <a:t>ExecuteTests</a:t>
            </a:r>
            <a:endParaRPr lang="en-US" dirty="0"/>
          </a:p>
          <a:p>
            <a:pPr lvl="1"/>
            <a:r>
              <a:rPr lang="en-US" dirty="0"/>
              <a:t>Testing functionality for the core element handling sequences</a:t>
            </a:r>
          </a:p>
          <a:p>
            <a:pPr lvl="1"/>
            <a:r>
              <a:rPr lang="en-US" dirty="0"/>
              <a:t>Utilizes MOQ to bypass UI functionality</a:t>
            </a:r>
          </a:p>
          <a:p>
            <a:r>
              <a:rPr lang="en-US" dirty="0" err="1"/>
              <a:t>XMLHandlerTests</a:t>
            </a:r>
            <a:endParaRPr lang="en-US" dirty="0"/>
          </a:p>
          <a:p>
            <a:pPr lvl="1"/>
            <a:r>
              <a:rPr lang="en-US" dirty="0"/>
              <a:t>Testing backend supporting helper functions</a:t>
            </a:r>
          </a:p>
          <a:p>
            <a:pPr lvl="1"/>
            <a:r>
              <a:rPr lang="en-US" dirty="0"/>
              <a:t>Verifying backend logic</a:t>
            </a:r>
          </a:p>
          <a:p>
            <a:pPr lvl="1"/>
            <a:r>
              <a:rPr lang="en-US" dirty="0"/>
              <a:t>Utilizes MOQ to bypass UI functionality</a:t>
            </a:r>
          </a:p>
          <a:p>
            <a:r>
              <a:rPr lang="en-US" dirty="0" err="1"/>
              <a:t>GuiTesting</a:t>
            </a:r>
            <a:endParaRPr lang="en-US" dirty="0"/>
          </a:p>
          <a:p>
            <a:pPr lvl="1"/>
            <a:r>
              <a:rPr lang="en-US" dirty="0"/>
              <a:t>Verifying the window sequence chart</a:t>
            </a:r>
          </a:p>
          <a:p>
            <a:pPr lvl="1"/>
            <a:r>
              <a:rPr lang="en-US" dirty="0"/>
              <a:t>Utilizes FLAUI to automate </a:t>
            </a:r>
            <a:r>
              <a:rPr lang="en-US" dirty="0" err="1"/>
              <a:t>gui</a:t>
            </a:r>
            <a:r>
              <a:rPr lang="en-US" dirty="0"/>
              <a:t> window testing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B054-09EC-A394-7273-8D1D2E86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3" y="194736"/>
            <a:ext cx="9674225" cy="180000"/>
          </a:xfrm>
        </p:spPr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CA1D4-8F7A-C753-8672-BD5EB159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5BFF8BEA-C7AD-416A-8E1B-AC59D078A379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2FD224-F0F7-F993-25A4-D048F721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45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92DD050-2F4D-53AA-B5A1-03132F4C857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5412" y="1226685"/>
            <a:ext cx="9674225" cy="47401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9166F1D-356D-D430-8690-D44E331B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6AFA48-EFB6-F88C-7B8D-881F87D6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6400F-0838-F216-1DBB-D4152119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358A1964-41C6-43E7-8879-EF27F633EDD1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D6E66F-E242-71AD-8EBC-F768E937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905586"/>
              </p:ext>
            </p:extLst>
          </p:nvPr>
        </p:nvGraphicFramePr>
        <p:xfrm>
          <a:off x="125413" y="1226684"/>
          <a:ext cx="8047037" cy="474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647747"/>
              </p:ext>
            </p:extLst>
          </p:nvPr>
        </p:nvGraphicFramePr>
        <p:xfrm>
          <a:off x="8172450" y="1226683"/>
          <a:ext cx="3952407" cy="15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2AF21A1-874A-01E1-B7E9-D274CA6686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224105"/>
              </p:ext>
            </p:extLst>
          </p:nvPr>
        </p:nvGraphicFramePr>
        <p:xfrm>
          <a:off x="8172450" y="2771774"/>
          <a:ext cx="3952407" cy="1545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3097FBC-2CBD-87D4-74AF-66102AD75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1755774"/>
              </p:ext>
            </p:extLst>
          </p:nvPr>
        </p:nvGraphicFramePr>
        <p:xfrm>
          <a:off x="8172450" y="4316865"/>
          <a:ext cx="3952407" cy="1650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66655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2D16D0-86CF-AF46-C7E4-9E991E80B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Start with clearly defined and detailed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Segment out and abstract classes from the start, interfaces were very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Devote more time to comparing tool options early on, rather than running with the first tool that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Integrate documentation work throughout development, rather than separately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 tests alongside application, not after the fact(test-driven development leads to cleaner code and easier debugging)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Keep a constant line of communication open with the client(Matt) for better workflow in system design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1C6F5-1471-06B7-C32B-59BCD08195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6A675-2BFE-99E9-F187-94EAE50528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389D2-E47D-4909-7C5F-8A4D84C482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B7F1FE61-F696-4BC2-948F-7278C8C6DBB9}" type="slidenum">
              <a:rPr lang="en-US" smtClean="0"/>
              <a:t>17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13C17-0C45-ADED-44EF-50665713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785037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2CB5-4411-5F8F-ECAD-B9723833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547ECE-F4D6-7E7B-B957-03EBA9BFAC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Gained substantial experience in software design principles, test‑driven development practices, UML modeling, and project management techniques for single‑developer projects.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Application state OK but not shippable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Significant additional input and item‑level validation is required to ensure data integrity and make the tool viable for real‑world deployment.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Still requires extensive manual corrections outside of the defined XML schema, reducing reliability and increasing error risk.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Not all dependencies function like normal XML dependencies but are unique to L5X, meaning they cannot be included in the schema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EC92F-70B2-5955-59BA-71F8FCCF7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4DDF0-37C4-840E-A856-383B023B32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1F705-1454-F7D1-51D1-6A08783759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B7F1FE61-F696-4BC2-948F-7278C8C6DBB9}" type="slidenum">
              <a:rPr lang="en-US" smtClean="0"/>
              <a:t>18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C8B36-B78B-74FC-1B96-372E60B3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67535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D799-83D0-D8E1-369F-8F93C173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AF43-050E-8DD3-2689-66CA57A259C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US"/>
              <a:t>Slide </a:t>
            </a:r>
            <a:fld id="{C20DA095-8283-4DCC-BA55-3B61E88C6181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8BF34A-F012-FD85-5856-2DB1DF0DEF6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Corbin Ferguson</a:t>
            </a:r>
          </a:p>
        </p:txBody>
      </p:sp>
      <p:pic>
        <p:nvPicPr>
          <p:cNvPr id="6146" name="Picture 2" descr="Bugs Bunny Thats All Folks GIFs | Tenor">
            <a:extLst>
              <a:ext uri="{FF2B5EF4-FFF2-40B4-BE49-F238E27FC236}">
                <a16:creationId xmlns:a16="http://schemas.microsoft.com/office/drawing/2014/main" id="{A503B4BB-4E87-4997-50B8-4D3E91401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18" y="702468"/>
            <a:ext cx="7359964" cy="54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80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480E-EC27-6782-E840-077677AC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007C77-2DF3-8DD9-8D8C-832A640C67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RSLogix5000_V35.xsd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https://literature.rockwellautomation.com/idc/groups/literature/documents/pm/1756-pm019_-en-p.pdf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https://literature.rockwellautomation.com/idc/groups/literature/documents/rm/1756-rm014_-en-p.pdf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5"/>
              </a:rPr>
              <a:t>System.Xml.Linq</a:t>
            </a:r>
            <a:r>
              <a:rPr lang="en-US" dirty="0">
                <a:hlinkClick r:id="rId5"/>
              </a:rPr>
              <a:t> Namespace | Microsoft Learn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6"/>
              </a:rPr>
              <a:t>devlooped</a:t>
            </a:r>
            <a:r>
              <a:rPr lang="en-US" dirty="0">
                <a:hlinkClick r:id="rId6"/>
              </a:rPr>
              <a:t>/</a:t>
            </a:r>
            <a:r>
              <a:rPr lang="en-US" dirty="0" err="1">
                <a:hlinkClick r:id="rId6"/>
              </a:rPr>
              <a:t>moq</a:t>
            </a:r>
            <a:r>
              <a:rPr lang="en-US" dirty="0">
                <a:hlinkClick r:id="rId6"/>
              </a:rPr>
              <a:t>: The most popular and friendly mocking framework for .NET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7"/>
              </a:rPr>
              <a:t>FlaUI</a:t>
            </a:r>
            <a:r>
              <a:rPr lang="en-US" dirty="0">
                <a:hlinkClick r:id="rId7"/>
              </a:rPr>
              <a:t>/</a:t>
            </a:r>
            <a:r>
              <a:rPr lang="en-US" dirty="0" err="1">
                <a:hlinkClick r:id="rId7"/>
              </a:rPr>
              <a:t>FlaUI</a:t>
            </a:r>
            <a:r>
              <a:rPr lang="en-US" dirty="0">
                <a:hlinkClick r:id="rId7"/>
              </a:rPr>
              <a:t>: UI automation library for </a:t>
            </a:r>
            <a:r>
              <a:rPr lang="en-US" dirty="0" err="1">
                <a:hlinkClick r:id="rId7"/>
              </a:rPr>
              <a:t>.Net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8"/>
              </a:rPr>
              <a:t>MSTest</a:t>
            </a:r>
            <a:r>
              <a:rPr lang="en-US" dirty="0">
                <a:hlinkClick r:id="rId8"/>
              </a:rPr>
              <a:t> overview - .NET | Microsoft Learn</a:t>
            </a: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89A25-DE32-EAA4-17EE-075AAEC9AFB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L5X Automation Build Tool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C15C-D89A-56B7-E112-A72F740A7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Corbin Ferguson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642-FAF3-185E-7CBC-239DE9E56F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B7F1FE61-F696-4BC2-948F-7278C8C6DBB9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90D66-69B9-FCB3-4EE3-71E22AD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8690982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OPTIMIZATION" val="0"/>
  <p:tag name="PRESENTATIONFORMAT" val="2"/>
  <p:tag name="VERSINFO" val="EH1301"/>
  <p:tag name="LANGUAGE" val="1"/>
  <p:tag name="CLASSIF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FILE" val="ndomTitleImages\Service_01.jpg"/>
  <p:tag name="SHAPETYPE" val="imgTitleImage"/>
</p:tagLst>
</file>

<file path=ppt/theme/theme1.xml><?xml version="1.0" encoding="utf-8"?>
<a:theme xmlns:a="http://schemas.openxmlformats.org/drawingml/2006/main" name="E+H_OnScreen">
  <a:themeElements>
    <a:clrScheme name="E+H">
      <a:dk1>
        <a:srgbClr val="000000"/>
      </a:dk1>
      <a:lt1>
        <a:srgbClr val="FFFFFF"/>
      </a:lt1>
      <a:dk2>
        <a:srgbClr val="506671"/>
      </a:dk2>
      <a:lt2>
        <a:srgbClr val="009EE3"/>
      </a:lt2>
      <a:accent1>
        <a:srgbClr val="AED3E7"/>
      </a:accent1>
      <a:accent2>
        <a:srgbClr val="007CAA"/>
      </a:accent2>
      <a:accent3>
        <a:srgbClr val="00597A"/>
      </a:accent3>
      <a:accent4>
        <a:srgbClr val="009EE3"/>
      </a:accent4>
      <a:accent5>
        <a:srgbClr val="7B0040"/>
      </a:accent5>
      <a:accent6>
        <a:srgbClr val="506671"/>
      </a:accent6>
      <a:hlink>
        <a:srgbClr val="009EE3"/>
      </a:hlink>
      <a:folHlink>
        <a:srgbClr val="8FA2AC"/>
      </a:folHlink>
    </a:clrScheme>
    <a:fontScheme name="E+H Serif">
      <a:majorFont>
        <a:latin typeface="E+H Serif"/>
        <a:ea typeface=""/>
        <a:cs typeface=""/>
      </a:majorFont>
      <a:minorFont>
        <a:latin typeface="E+H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CAA"/>
        </a:solidFill>
        <a:ln>
          <a:noFill/>
        </a:ln>
      </a:spPr>
      <a:bodyPr rtlCol="0" anchor="ctr"/>
      <a:lstStyle>
        <a:defPPr algn="ctr">
          <a:defRPr sz="2000" dirty="0" err="1" smtClean="0">
            <a:solidFill>
              <a:srgbClr val="FFFFFF"/>
            </a:solidFill>
            <a:latin typeface="E+H Sans" panose="020B040405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007CA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2000" dirty="0" err="1" smtClean="0">
            <a:latin typeface="E+H Serif" pitchFamily="18" charset="0"/>
          </a:defRPr>
        </a:defPPr>
      </a:lstStyle>
    </a:txDef>
  </a:objectDefaults>
  <a:extraClrSchemeLst>
    <a:extraClrScheme>
      <a:clrScheme name="Endress+Hauser">
        <a:dk1>
          <a:srgbClr val="000000"/>
        </a:dk1>
        <a:lt1>
          <a:srgbClr val="FFFFFF"/>
        </a:lt1>
        <a:dk2>
          <a:srgbClr val="506671"/>
        </a:dk2>
        <a:lt2>
          <a:srgbClr val="009EE3"/>
        </a:lt2>
        <a:accent1>
          <a:srgbClr val="AED3E7"/>
        </a:accent1>
        <a:accent2>
          <a:srgbClr val="007CAA"/>
        </a:accent2>
        <a:accent3>
          <a:srgbClr val="00597A"/>
        </a:accent3>
        <a:accent4>
          <a:srgbClr val="009EE3"/>
        </a:accent4>
        <a:accent5>
          <a:srgbClr val="7B0040"/>
        </a:accent5>
        <a:accent6>
          <a:srgbClr val="506671"/>
        </a:accent6>
        <a:hlink>
          <a:srgbClr val="009EE3"/>
        </a:hlink>
        <a:folHlink>
          <a:srgbClr val="8FA2AC"/>
        </a:folHlink>
      </a:clrScheme>
    </a:extraClrScheme>
  </a:extraClrSchemeLst>
  <a:extLst>
    <a:ext uri="{05A4C25C-085E-4340-85A3-A5531E510DB2}">
      <thm15:themeFamily xmlns:thm15="http://schemas.microsoft.com/office/thememl/2012/main" name="E+H_InitialSlideSet.potx" id="{DF54A69C-F914-4681-A195-F8A3284AFA9A}" vid="{3369E32C-92D1-4FDE-B296-649F141072C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+H Serif">
      <a:majorFont>
        <a:latin typeface="E+H Serif"/>
        <a:ea typeface=""/>
        <a:cs typeface="E+H Serif"/>
      </a:majorFont>
      <a:minorFont>
        <a:latin typeface="E+H Serif"/>
        <a:ea typeface=""/>
        <a:cs typeface="E+H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>
            <a:latin typeface="E+H Serif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>
            <a:latin typeface="E+H Serif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+H Serif">
      <a:majorFont>
        <a:latin typeface="E+H Serif"/>
        <a:ea typeface=""/>
        <a:cs typeface="E+H Serif"/>
      </a:majorFont>
      <a:minorFont>
        <a:latin typeface="E+H Serif"/>
        <a:ea typeface=""/>
        <a:cs typeface="E+H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>
            <a:latin typeface="E+H Serif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>
            <a:latin typeface="E+H Serif" pitchFamily="18" charset="0"/>
          </a:defRPr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DC6CC76FF9184F853A569783F97413" ma:contentTypeVersion="22" ma:contentTypeDescription="Create a new document." ma:contentTypeScope="" ma:versionID="fafba55adc5922abf3c9c892f4cb72c7">
  <xsd:schema xmlns:xsd="http://www.w3.org/2001/XMLSchema" xmlns:xs="http://www.w3.org/2001/XMLSchema" xmlns:p="http://schemas.microsoft.com/office/2006/metadata/properties" xmlns:ns2="ff469461-7529-4054-b699-f189b0470135" xmlns:ns3="fd34c5d5-5d34-46ed-9bd0-fe73508393dd" targetNamespace="http://schemas.microsoft.com/office/2006/metadata/properties" ma:root="true" ma:fieldsID="060795adfc307ec5b186d3bc1ba667bf" ns2:_="" ns3:_="">
    <xsd:import namespace="ff469461-7529-4054-b699-f189b0470135"/>
    <xsd:import namespace="fd34c5d5-5d34-46ed-9bd0-fe73508393d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69461-7529-4054-b699-f189b047013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2" nillable="true" ma:taxonomy="true" ma:internalName="TaxKeywordTaxHTField" ma:taxonomyFieldName="TaxKeyword" ma:displayName="Tags" ma:fieldId="{23f27201-bee3-471e-b2e7-b64fd8b7ca38}" ma:taxonomyMulti="true" ma:sspId="c6465ffd-3483-425a-9bf3-5cb225f4cc5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09649c06-1b9c-48a3-bb07-3f572e4e6146}" ma:internalName="TaxCatchAll" ma:showField="CatchAllData" ma:web="ff469461-7529-4054-b699-f189b0470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34c5d5-5d34-46ed-9bd0-fe73508393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6465ffd-3483-425a-9bf3-5cb225f4cc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f469461-7529-4054-b699-f189b0470135">JMTRRF7WE2PD-394290014-179107</_dlc_DocId>
    <_dlc_DocIdUrl xmlns="ff469461-7529-4054-b699-f189b0470135">
      <Url>https://endresshauser.sharepoint.com/teams/wg0002545/_layouts/15/DocIdRedir.aspx?ID=JMTRRF7WE2PD-394290014-179107</Url>
      <Description>JMTRRF7WE2PD-394290014-179107</Description>
    </_dlc_DocIdUrl>
    <lcf76f155ced4ddcb4097134ff3c332f xmlns="fd34c5d5-5d34-46ed-9bd0-fe73508393dd">
      <Terms xmlns="http://schemas.microsoft.com/office/infopath/2007/PartnerControls"/>
    </lcf76f155ced4ddcb4097134ff3c332f>
    <TaxKeywordTaxHTField xmlns="ff469461-7529-4054-b699-f189b0470135">
      <Terms xmlns="http://schemas.microsoft.com/office/infopath/2007/PartnerControls"/>
    </TaxKeywordTaxHTField>
    <TaxCatchAll xmlns="ff469461-7529-4054-b699-f189b04701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DFD6D4B-0724-4B51-A318-8F6196A403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469461-7529-4054-b699-f189b0470135"/>
    <ds:schemaRef ds:uri="fd34c5d5-5d34-46ed-9bd0-fe73508393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DCD54E-E6D4-44B7-9C63-36A87B0BC892}">
  <ds:schemaRefs>
    <ds:schemaRef ds:uri="http://schemas.microsoft.com/office/2006/metadata/properties"/>
    <ds:schemaRef ds:uri="http://schemas.microsoft.com/office/infopath/2007/PartnerControls"/>
    <ds:schemaRef ds:uri="ff469461-7529-4054-b699-f189b0470135"/>
    <ds:schemaRef ds:uri="fd34c5d5-5d34-46ed-9bd0-fe73508393dd"/>
  </ds:schemaRefs>
</ds:datastoreItem>
</file>

<file path=customXml/itemProps3.xml><?xml version="1.0" encoding="utf-8"?>
<ds:datastoreItem xmlns:ds="http://schemas.openxmlformats.org/officeDocument/2006/customXml" ds:itemID="{A6D3E88B-1A5A-4B73-80E5-69C18FD07D3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E2F94C8-66CF-41ED-818B-048931D25A1F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2988f0a4-524a-45f2-829d-417725fa4957}" enabled="1" method="Standard" siteId="{52daf2a9-3b73-4da4-ac6a-3f81adc92b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E+H_InitialSlideSet</Template>
  <TotalTime>0</TotalTime>
  <Words>939</Words>
  <Application>Microsoft Office PowerPoint</Application>
  <PresentationFormat>Widescreen</PresentationFormat>
  <Paragraphs>165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E+H Sans</vt:lpstr>
      <vt:lpstr>E+H Serif</vt:lpstr>
      <vt:lpstr>Wingdings</vt:lpstr>
      <vt:lpstr>E+H_OnScreen</vt:lpstr>
      <vt:lpstr>L5X Automation Build Tool</vt:lpstr>
      <vt:lpstr>Outline</vt:lpstr>
      <vt:lpstr>Project Necessity</vt:lpstr>
      <vt:lpstr>Necessary Features</vt:lpstr>
      <vt:lpstr>Design Timeline</vt:lpstr>
      <vt:lpstr>Application Tools</vt:lpstr>
      <vt:lpstr>GUI Displays Flowchart</vt:lpstr>
      <vt:lpstr>System Architecture summary</vt:lpstr>
      <vt:lpstr>GUI Displays Flowchart</vt:lpstr>
      <vt:lpstr>New File Pathing</vt:lpstr>
      <vt:lpstr>New File Pathing</vt:lpstr>
      <vt:lpstr>New File Pathing</vt:lpstr>
      <vt:lpstr>New File Pathing</vt:lpstr>
      <vt:lpstr>Application Demo</vt:lpstr>
      <vt:lpstr>Test Structure &amp; Tools</vt:lpstr>
      <vt:lpstr>Test Results</vt:lpstr>
      <vt:lpstr>Lessons Learned</vt:lpstr>
      <vt:lpstr>Conclusion</vt:lpstr>
      <vt:lpstr>PowerPoint Presentation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Corbin Ferguson</dc:creator>
  <cp:lastModifiedBy>Corbin Ferguson</cp:lastModifiedBy>
  <cp:revision>2</cp:revision>
  <dcterms:created xsi:type="dcterms:W3CDTF">2026-03-13T19:08:37Z</dcterms:created>
  <dcterms:modified xsi:type="dcterms:W3CDTF">2026-03-19T14:13:15Z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0x0101006EDC6CC76FF9184F853A569783F97413</vt:lpwstr>
  </property>
  <property fmtid="{D5CDD505-2E9C-101B-9397-08002B2CF9AE}" pid="3" name="_dlc_DocIdItemGuid">
    <vt:lpwstr>7a429d67-a513-432f-98ef-974a629e7ed5</vt:lpwstr>
  </property>
  <property fmtid="{D5CDD505-2E9C-101B-9397-08002B2CF9AE}" pid="4" name="TaxKeyword">
    <vt:lpwstr/>
  </property>
</Properties>
</file>